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1" r:id="rId4"/>
  </p:sldMasterIdLst>
  <p:notesMasterIdLst>
    <p:notesMasterId r:id="rId8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5" d="100"/>
          <a:sy n="85" d="100"/>
        </p:scale>
        <p:origin x="-780" y="-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>
            <a:extLst>
              <a:ext uri="{FF2B5EF4-FFF2-40B4-BE49-F238E27FC236}">
                <a16:creationId xmlns:a16="http://schemas.microsoft.com/office/drawing/2014/main" id="{2FE9C817-C2EC-44B6-AF2A-38BDFE08C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" name="AutoShape 2">
            <a:extLst>
              <a:ext uri="{FF2B5EF4-FFF2-40B4-BE49-F238E27FC236}">
                <a16:creationId xmlns:a16="http://schemas.microsoft.com/office/drawing/2014/main" id="{D7966978-8D45-4904-A086-A5556BB77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AutoShape 3">
            <a:extLst>
              <a:ext uri="{FF2B5EF4-FFF2-40B4-BE49-F238E27FC236}">
                <a16:creationId xmlns:a16="http://schemas.microsoft.com/office/drawing/2014/main" id="{59638668-8779-4E4E-BE39-F8016E609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4D36B455-1D7B-4F9F-AA44-14F5D90C0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C42618DA-AF6B-4705-B08D-3C459133A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9EA7714F-A03B-4E04-A11F-ECDB21DBE47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67238" cy="3424238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B02C7DA7-B199-4A05-9A8E-54658FE6AA9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1638" cy="411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5128" name="Text Box 8">
            <a:extLst>
              <a:ext uri="{FF2B5EF4-FFF2-40B4-BE49-F238E27FC236}">
                <a16:creationId xmlns:a16="http://schemas.microsoft.com/office/drawing/2014/main" id="{CC2621B0-85A8-4AB8-9C10-D37C5CC28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25D4525D-9DD2-447B-AF28-6343789C174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7037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cs typeface="DejaVu Sans" charset="0"/>
              </a:defRPr>
            </a:lvl1pPr>
          </a:lstStyle>
          <a:p>
            <a:fld id="{0F847968-648E-4CA7-8552-619B451867E2}" type="slidenum">
              <a:rPr lang="en-AU" altLang="en-US"/>
              <a:pPr/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Lord_Playfair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en.wikipedia.org/wiki/1854" TargetMode="External"/><Relationship Id="rId4" Type="http://schemas.openxmlformats.org/officeDocument/2006/relationships/hyperlink" Target="http://en.wikipedia.org/wiki/March_26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216C80BB-FD5B-4447-9A3B-2A7721F1E48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23B4CAA-A396-48CE-8482-68F162E545B8}" type="slidenum">
              <a:rPr lang="en-AU" altLang="en-US"/>
              <a:pPr/>
              <a:t>1</a:t>
            </a:fld>
            <a:endParaRPr lang="en-AU" altLang="en-US"/>
          </a:p>
        </p:txBody>
      </p:sp>
      <p:sp>
        <p:nvSpPr>
          <p:cNvPr id="87041" name="Rectangle 1">
            <a:extLst>
              <a:ext uri="{FF2B5EF4-FFF2-40B4-BE49-F238E27FC236}">
                <a16:creationId xmlns:a16="http://schemas.microsoft.com/office/drawing/2014/main" id="{250E8F02-B22B-4778-97F8-41251E2E429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7042" name="Text Box 2">
            <a:extLst>
              <a:ext uri="{FF2B5EF4-FFF2-40B4-BE49-F238E27FC236}">
                <a16:creationId xmlns:a16="http://schemas.microsoft.com/office/drawing/2014/main" id="{6336B6CB-9760-4B79-96F7-8C5B20B05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3B4E304F-0E93-4B46-B65C-1ECD6EC4DEE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DF0A889-8DAB-4A21-BDE3-44CCAC9DE8A3}" type="slidenum">
              <a:rPr lang="en-AU" altLang="en-US"/>
              <a:pPr/>
              <a:t>2</a:t>
            </a:fld>
            <a:endParaRPr lang="en-AU" altLang="en-US"/>
          </a:p>
        </p:txBody>
      </p:sp>
      <p:sp>
        <p:nvSpPr>
          <p:cNvPr id="88065" name="Rectangle 1">
            <a:extLst>
              <a:ext uri="{FF2B5EF4-FFF2-40B4-BE49-F238E27FC236}">
                <a16:creationId xmlns:a16="http://schemas.microsoft.com/office/drawing/2014/main" id="{17F0464A-FA19-4D97-BC59-640BFB32B2F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6" name="Text Box 2">
            <a:extLst>
              <a:ext uri="{FF2B5EF4-FFF2-40B4-BE49-F238E27FC236}">
                <a16:creationId xmlns:a16="http://schemas.microsoft.com/office/drawing/2014/main" id="{F3D9EB4E-0E66-403B-998D-5311A13C2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44EC41E3-CDBC-4D6B-8921-C69FD235AA5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9E4A275-D532-4FE7-9116-DECE0F495D3E}" type="slidenum">
              <a:rPr lang="en-AU" altLang="en-US"/>
              <a:pPr/>
              <a:t>3</a:t>
            </a:fld>
            <a:endParaRPr lang="en-AU" altLang="en-US"/>
          </a:p>
        </p:txBody>
      </p:sp>
      <p:sp>
        <p:nvSpPr>
          <p:cNvPr id="89089" name="Rectangle 1">
            <a:extLst>
              <a:ext uri="{FF2B5EF4-FFF2-40B4-BE49-F238E27FC236}">
                <a16:creationId xmlns:a16="http://schemas.microsoft.com/office/drawing/2014/main" id="{602B58A7-A300-4009-9C32-64B832AAB58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0" name="Text Box 2">
            <a:extLst>
              <a:ext uri="{FF2B5EF4-FFF2-40B4-BE49-F238E27FC236}">
                <a16:creationId xmlns:a16="http://schemas.microsoft.com/office/drawing/2014/main" id="{617FCE1D-26CC-4646-B9CF-0D52E3E55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88BDF969-3FF5-41F2-9FF5-909B6951DED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CCD3628-6DAD-44A5-A65C-801582D78925}" type="slidenum">
              <a:rPr lang="en-AU" altLang="en-US"/>
              <a:pPr/>
              <a:t>4</a:t>
            </a:fld>
            <a:endParaRPr lang="en-AU" altLang="en-US"/>
          </a:p>
        </p:txBody>
      </p:sp>
      <p:sp>
        <p:nvSpPr>
          <p:cNvPr id="90113" name="Text Box 1">
            <a:extLst>
              <a:ext uri="{FF2B5EF4-FFF2-40B4-BE49-F238E27FC236}">
                <a16:creationId xmlns:a16="http://schemas.microsoft.com/office/drawing/2014/main" id="{90A4EA84-814E-4150-9702-5357F103F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D3EBF556-9DE7-4F36-A8F4-07B106DF1450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4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8A683A1D-EC88-4467-B242-739B270B1A7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0115" name="Text Box 3">
            <a:extLst>
              <a:ext uri="{FF2B5EF4-FFF2-40B4-BE49-F238E27FC236}">
                <a16:creationId xmlns:a16="http://schemas.microsoft.com/office/drawing/2014/main" id="{249BFB2B-8DC3-4ABB-9600-B2E0A65C1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6316EAF9-5AF3-4FAD-AD8F-1D5085DF594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2E24E69-2634-4E42-8938-18622BB87010}" type="slidenum">
              <a:rPr lang="en-AU" altLang="en-US"/>
              <a:pPr/>
              <a:t>5</a:t>
            </a:fld>
            <a:endParaRPr lang="en-AU" altLang="en-US"/>
          </a:p>
        </p:txBody>
      </p:sp>
      <p:sp>
        <p:nvSpPr>
          <p:cNvPr id="91137" name="Text Box 1">
            <a:extLst>
              <a:ext uri="{FF2B5EF4-FFF2-40B4-BE49-F238E27FC236}">
                <a16:creationId xmlns:a16="http://schemas.microsoft.com/office/drawing/2014/main" id="{3CA54CA3-CE6B-45A4-8EEF-A508B8B88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B8476A40-CED8-4CCC-8679-F57CEAE2BD62}" type="slidenum">
              <a:rPr lang="en-US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85BE4622-912F-4CB5-8FE7-AE5D865CD0F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39" name="Text Box 3">
            <a:extLst>
              <a:ext uri="{FF2B5EF4-FFF2-40B4-BE49-F238E27FC236}">
                <a16:creationId xmlns:a16="http://schemas.microsoft.com/office/drawing/2014/main" id="{E9387669-850A-40E8-A789-B4554D751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88D4CCAC-8F49-43C9-B6F0-9B8742F8D89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67C562E-026A-4085-9588-F9F8EC66182F}" type="slidenum">
              <a:rPr lang="en-AU" altLang="en-US"/>
              <a:pPr/>
              <a:t>6</a:t>
            </a:fld>
            <a:endParaRPr lang="en-AU" altLang="en-US"/>
          </a:p>
        </p:txBody>
      </p:sp>
      <p:sp>
        <p:nvSpPr>
          <p:cNvPr id="92161" name="Text Box 1">
            <a:extLst>
              <a:ext uri="{FF2B5EF4-FFF2-40B4-BE49-F238E27FC236}">
                <a16:creationId xmlns:a16="http://schemas.microsoft.com/office/drawing/2014/main" id="{49FCAD36-F0F2-4252-A717-232F13679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BE254068-59C1-40F9-B655-0BDAE8D06197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6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D8346DA8-60F4-43CB-9FD0-A9AE239ADF5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63" name="Text Box 3">
            <a:extLst>
              <a:ext uri="{FF2B5EF4-FFF2-40B4-BE49-F238E27FC236}">
                <a16:creationId xmlns:a16="http://schemas.microsoft.com/office/drawing/2014/main" id="{E9D27FCC-23CB-473E-964B-A9B45E75F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DE0C0704-4A44-4E17-9871-174BB57680B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1462694-7C96-4638-AFC3-56130A90C8FE}" type="slidenum">
              <a:rPr lang="en-AU" altLang="en-US"/>
              <a:pPr/>
              <a:t>7</a:t>
            </a:fld>
            <a:endParaRPr lang="en-AU" altLang="en-US"/>
          </a:p>
        </p:txBody>
      </p:sp>
      <p:sp>
        <p:nvSpPr>
          <p:cNvPr id="93185" name="Rectangle 1">
            <a:extLst>
              <a:ext uri="{FF2B5EF4-FFF2-40B4-BE49-F238E27FC236}">
                <a16:creationId xmlns:a16="http://schemas.microsoft.com/office/drawing/2014/main" id="{BEDF0934-E38F-4D05-802A-103118D5322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3186" name="Text Box 2">
            <a:extLst>
              <a:ext uri="{FF2B5EF4-FFF2-40B4-BE49-F238E27FC236}">
                <a16:creationId xmlns:a16="http://schemas.microsoft.com/office/drawing/2014/main" id="{9B49C757-837A-4BCF-93C6-6DEA5ACC8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B0EE42E3-48EF-4D64-B120-3EF9ADA425B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507C419-9576-4071-A914-91925DD7B7C1}" type="slidenum">
              <a:rPr lang="en-AU" altLang="en-US"/>
              <a:pPr/>
              <a:t>8</a:t>
            </a:fld>
            <a:endParaRPr lang="en-AU" altLang="en-US"/>
          </a:p>
        </p:txBody>
      </p:sp>
      <p:sp>
        <p:nvSpPr>
          <p:cNvPr id="94209" name="Rectangle 1">
            <a:extLst>
              <a:ext uri="{FF2B5EF4-FFF2-40B4-BE49-F238E27FC236}">
                <a16:creationId xmlns:a16="http://schemas.microsoft.com/office/drawing/2014/main" id="{16A2D812-DB0B-4504-A455-D5CBA9882A5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0" name="Text Box 2">
            <a:extLst>
              <a:ext uri="{FF2B5EF4-FFF2-40B4-BE49-F238E27FC236}">
                <a16:creationId xmlns:a16="http://schemas.microsoft.com/office/drawing/2014/main" id="{2EDD271E-85D6-4756-8D62-347A3E150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24B2C035-D67E-4DE7-842D-914C8A2773A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6992BC7-C554-4095-BD1A-973206F4FE2C}" type="slidenum">
              <a:rPr lang="en-AU" altLang="en-US"/>
              <a:pPr/>
              <a:t>9</a:t>
            </a:fld>
            <a:endParaRPr lang="en-AU" altLang="en-US"/>
          </a:p>
        </p:txBody>
      </p:sp>
      <p:sp>
        <p:nvSpPr>
          <p:cNvPr id="95233" name="Rectangle 1">
            <a:extLst>
              <a:ext uri="{FF2B5EF4-FFF2-40B4-BE49-F238E27FC236}">
                <a16:creationId xmlns:a16="http://schemas.microsoft.com/office/drawing/2014/main" id="{E8DD52E4-4615-41EC-A93E-265EA395AB6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5234" name="Text Box 2">
            <a:extLst>
              <a:ext uri="{FF2B5EF4-FFF2-40B4-BE49-F238E27FC236}">
                <a16:creationId xmlns:a16="http://schemas.microsoft.com/office/drawing/2014/main" id="{04B4D794-1CC7-4B7E-8A77-8EA206272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2220B4DB-4324-4503-90ED-EC23D27D1FD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09E3E42-5092-4EA1-B229-7976AA6A72B7}" type="slidenum">
              <a:rPr lang="en-AU" altLang="en-US"/>
              <a:pPr/>
              <a:t>10</a:t>
            </a:fld>
            <a:endParaRPr lang="en-AU" altLang="en-US"/>
          </a:p>
        </p:txBody>
      </p:sp>
      <p:sp>
        <p:nvSpPr>
          <p:cNvPr id="96257" name="Rectangle 1">
            <a:extLst>
              <a:ext uri="{FF2B5EF4-FFF2-40B4-BE49-F238E27FC236}">
                <a16:creationId xmlns:a16="http://schemas.microsoft.com/office/drawing/2014/main" id="{16DE25D9-5AC8-4E81-8B59-919237A0475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6258" name="Text Box 2">
            <a:extLst>
              <a:ext uri="{FF2B5EF4-FFF2-40B4-BE49-F238E27FC236}">
                <a16:creationId xmlns:a16="http://schemas.microsoft.com/office/drawing/2014/main" id="{3A90D4AB-B707-4D2D-824A-819B8DB6F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789FCA12-8EEE-4108-A44A-F3F93DBD7CA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B0F36BA-7A3E-40BA-B6F9-8F1CE935A20F}" type="slidenum">
              <a:rPr lang="en-AU" altLang="en-US"/>
              <a:pPr/>
              <a:t>11</a:t>
            </a:fld>
            <a:endParaRPr lang="en-AU" altLang="en-US"/>
          </a:p>
        </p:txBody>
      </p:sp>
      <p:sp>
        <p:nvSpPr>
          <p:cNvPr id="97281" name="Rectangle 1">
            <a:extLst>
              <a:ext uri="{FF2B5EF4-FFF2-40B4-BE49-F238E27FC236}">
                <a16:creationId xmlns:a16="http://schemas.microsoft.com/office/drawing/2014/main" id="{9F81C990-BDD1-4E7D-ADE3-16852332C04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82" name="Text Box 2">
            <a:extLst>
              <a:ext uri="{FF2B5EF4-FFF2-40B4-BE49-F238E27FC236}">
                <a16:creationId xmlns:a16="http://schemas.microsoft.com/office/drawing/2014/main" id="{671204A5-F31D-4E06-8818-85B2F3BA4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B87BCE10-DBE0-494C-B1D9-C872B5DCFA4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F6FD384-5B0C-4DA7-AFD5-47B1BCD5EC6A}" type="slidenum">
              <a:rPr lang="en-AU" altLang="en-US"/>
              <a:pPr/>
              <a:t>12</a:t>
            </a:fld>
            <a:endParaRPr lang="en-AU" altLang="en-US"/>
          </a:p>
        </p:txBody>
      </p:sp>
      <p:sp>
        <p:nvSpPr>
          <p:cNvPr id="98305" name="Rectangle 1">
            <a:extLst>
              <a:ext uri="{FF2B5EF4-FFF2-40B4-BE49-F238E27FC236}">
                <a16:creationId xmlns:a16="http://schemas.microsoft.com/office/drawing/2014/main" id="{1232E8AA-D771-4EB7-BCBC-AEF58B569AE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8306" name="Text Box 2">
            <a:extLst>
              <a:ext uri="{FF2B5EF4-FFF2-40B4-BE49-F238E27FC236}">
                <a16:creationId xmlns:a16="http://schemas.microsoft.com/office/drawing/2014/main" id="{614124B4-A729-4261-BF8A-0CA7C3DE2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BE0F8B3A-D1EA-42DC-B5AE-B246669F90F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DC6106A-360F-4A7B-BFA6-D61614B8BE95}" type="slidenum">
              <a:rPr lang="en-AU" altLang="en-US"/>
              <a:pPr/>
              <a:t>13</a:t>
            </a:fld>
            <a:endParaRPr lang="en-AU" altLang="en-US"/>
          </a:p>
        </p:txBody>
      </p:sp>
      <p:sp>
        <p:nvSpPr>
          <p:cNvPr id="99329" name="Text Box 1">
            <a:extLst>
              <a:ext uri="{FF2B5EF4-FFF2-40B4-BE49-F238E27FC236}">
                <a16:creationId xmlns:a16="http://schemas.microsoft.com/office/drawing/2014/main" id="{EF305A33-BF06-4408-9556-576E32158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743D6D61-CCD8-45B3-882B-CD9568E99F69}" type="slidenum">
              <a:rPr lang="en-US" altLang="en-US" sz="1200">
                <a:latin typeface="Times New Roman" panose="02020603050405020304" pitchFamily="18" charset="0"/>
                <a:ea typeface="SimSun" panose="02010600030101010101" pitchFamily="2" charset="-122"/>
              </a:rPr>
              <a:pPr algn="r">
                <a:buClrTx/>
                <a:buFontTx/>
                <a:buNone/>
              </a:pPr>
              <a:t>13</a:t>
            </a:fld>
            <a:endParaRPr lang="en-US" altLang="en-US" sz="12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3D1919CE-C329-45CF-9E5C-FC98186192F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27194486-F912-40BF-8F27-DA85125CD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US" sz="1200">
                <a:ea typeface="SimSun" panose="02010600030101010101" pitchFamily="2" charset="-122"/>
              </a:rPr>
              <a:t>Despite its invention by Wheatstone, it became known as the Playfair cipher after </a:t>
            </a:r>
            <a:r>
              <a:rPr lang="en-US" altLang="en-US" sz="1200">
                <a:solidFill>
                  <a:srgbClr val="CCCCFF"/>
                </a:solidFill>
                <a:ea typeface="SimSun" panose="02010600030101010101" pitchFamily="2" charset="-122"/>
                <a:hlinkClick r:id="rId3"/>
              </a:rPr>
              <a:t>Lord Playfair</a:t>
            </a:r>
            <a:r>
              <a:rPr lang="en-US" altLang="en-US" sz="1200">
                <a:ea typeface="SimSun" panose="02010600030101010101" pitchFamily="2" charset="-122"/>
              </a:rPr>
              <a:t>, who heavily promoted its use.</a:t>
            </a:r>
          </a:p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US" sz="1200">
                <a:ea typeface="SimSun" panose="02010600030101010101" pitchFamily="2" charset="-122"/>
              </a:rPr>
              <a:t>The first recorded description of the Playfair cipher was in a document signed by Wheatstone on </a:t>
            </a:r>
            <a:r>
              <a:rPr lang="en-US" altLang="en-US" sz="1200">
                <a:solidFill>
                  <a:srgbClr val="CCCCFF"/>
                </a:solidFill>
                <a:ea typeface="SimSun" panose="02010600030101010101" pitchFamily="2" charset="-122"/>
                <a:hlinkClick r:id="rId4"/>
              </a:rPr>
              <a:t>26 March</a:t>
            </a:r>
            <a:r>
              <a:rPr lang="en-US" altLang="en-US" sz="1200">
                <a:ea typeface="SimSun" panose="02010600030101010101" pitchFamily="2" charset="-122"/>
              </a:rPr>
              <a:t> </a:t>
            </a:r>
            <a:r>
              <a:rPr lang="en-US" altLang="en-US" sz="1200">
                <a:solidFill>
                  <a:srgbClr val="CCCCFF"/>
                </a:solidFill>
                <a:ea typeface="SimSun" panose="02010600030101010101" pitchFamily="2" charset="-122"/>
                <a:hlinkClick r:id="rId5"/>
              </a:rPr>
              <a:t>1854</a:t>
            </a:r>
            <a:r>
              <a:rPr lang="en-US" altLang="en-US" sz="1200">
                <a:ea typeface="SimSun" panose="02010600030101010101" pitchFamily="2" charset="-122"/>
              </a:rPr>
              <a:t>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B76DFA16-D816-458E-8443-3F2C7C8DE3D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BC676E0-265B-4D4A-84ED-FF23EDF1C268}" type="slidenum">
              <a:rPr lang="en-AU" altLang="en-US"/>
              <a:pPr/>
              <a:t>14</a:t>
            </a:fld>
            <a:endParaRPr lang="en-AU" altLang="en-US"/>
          </a:p>
        </p:txBody>
      </p:sp>
      <p:sp>
        <p:nvSpPr>
          <p:cNvPr id="100353" name="Text Box 1">
            <a:extLst>
              <a:ext uri="{FF2B5EF4-FFF2-40B4-BE49-F238E27FC236}">
                <a16:creationId xmlns:a16="http://schemas.microsoft.com/office/drawing/2014/main" id="{B7D44DA4-F999-471E-B227-2513805BE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E3090C08-B498-490F-A88F-ED30203CB401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14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B4D02350-17E7-4522-AF97-7094FEAF48A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0355" name="Text Box 3">
            <a:extLst>
              <a:ext uri="{FF2B5EF4-FFF2-40B4-BE49-F238E27FC236}">
                <a16:creationId xmlns:a16="http://schemas.microsoft.com/office/drawing/2014/main" id="{04C0F87B-81AD-4F8A-A580-A8272D67F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34AC83DA-A533-4B20-83DD-056695E7730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B42333A-F678-4D8B-9E83-68A6D4EE5CE4}" type="slidenum">
              <a:rPr lang="en-AU" altLang="en-US"/>
              <a:pPr/>
              <a:t>15</a:t>
            </a:fld>
            <a:endParaRPr lang="en-AU" altLang="en-US"/>
          </a:p>
        </p:txBody>
      </p:sp>
      <p:sp>
        <p:nvSpPr>
          <p:cNvPr id="101377" name="Rectangle 1">
            <a:extLst>
              <a:ext uri="{FF2B5EF4-FFF2-40B4-BE49-F238E27FC236}">
                <a16:creationId xmlns:a16="http://schemas.microsoft.com/office/drawing/2014/main" id="{E2A26C46-5ED4-46B4-941F-CE7D4D55262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1378" name="Text Box 2">
            <a:extLst>
              <a:ext uri="{FF2B5EF4-FFF2-40B4-BE49-F238E27FC236}">
                <a16:creationId xmlns:a16="http://schemas.microsoft.com/office/drawing/2014/main" id="{2F58154C-AC79-46E5-B5F4-E48250DD6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000416F2-1E22-487A-83C7-3AD8C10298E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06C6B40-67B9-4115-B15B-250E24457E4E}" type="slidenum">
              <a:rPr lang="en-AU" altLang="en-US"/>
              <a:pPr/>
              <a:t>16</a:t>
            </a:fld>
            <a:endParaRPr lang="en-AU" altLang="en-US"/>
          </a:p>
        </p:txBody>
      </p:sp>
      <p:sp>
        <p:nvSpPr>
          <p:cNvPr id="102401" name="Rectangle 1">
            <a:extLst>
              <a:ext uri="{FF2B5EF4-FFF2-40B4-BE49-F238E27FC236}">
                <a16:creationId xmlns:a16="http://schemas.microsoft.com/office/drawing/2014/main" id="{9716FA54-B539-400B-A03F-794D83965FE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02" name="Text Box 2">
            <a:extLst>
              <a:ext uri="{FF2B5EF4-FFF2-40B4-BE49-F238E27FC236}">
                <a16:creationId xmlns:a16="http://schemas.microsoft.com/office/drawing/2014/main" id="{E6CEE653-621B-4E30-88A6-19CE08B78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0791B8B5-EBFA-413C-94C6-22D8A1189D7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CBDA4E6-33A2-4D87-AA1A-D12C01AD6325}" type="slidenum">
              <a:rPr lang="en-AU" altLang="en-US"/>
              <a:pPr/>
              <a:t>17</a:t>
            </a:fld>
            <a:endParaRPr lang="en-AU" altLang="en-US"/>
          </a:p>
        </p:txBody>
      </p:sp>
      <p:sp>
        <p:nvSpPr>
          <p:cNvPr id="103425" name="Rectangle 1">
            <a:extLst>
              <a:ext uri="{FF2B5EF4-FFF2-40B4-BE49-F238E27FC236}">
                <a16:creationId xmlns:a16="http://schemas.microsoft.com/office/drawing/2014/main" id="{7EE3F1CB-46F9-40CC-BF90-8EA2501D926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3426" name="Text Box 2">
            <a:extLst>
              <a:ext uri="{FF2B5EF4-FFF2-40B4-BE49-F238E27FC236}">
                <a16:creationId xmlns:a16="http://schemas.microsoft.com/office/drawing/2014/main" id="{BD68A91D-45B2-472F-A1E0-E599888EE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B5CFED29-D78D-411E-BC67-2A05AB92EEC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9C36DB8-B3A1-4CBD-8E3B-B7F44A1976A4}" type="slidenum">
              <a:rPr lang="en-AU" altLang="en-US"/>
              <a:pPr/>
              <a:t>18</a:t>
            </a:fld>
            <a:endParaRPr lang="en-AU" altLang="en-US"/>
          </a:p>
        </p:txBody>
      </p:sp>
      <p:sp>
        <p:nvSpPr>
          <p:cNvPr id="104449" name="Rectangle 1">
            <a:extLst>
              <a:ext uri="{FF2B5EF4-FFF2-40B4-BE49-F238E27FC236}">
                <a16:creationId xmlns:a16="http://schemas.microsoft.com/office/drawing/2014/main" id="{DFE692E3-F5E7-4411-B973-7FDE27A30D1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4450" name="Text Box 2">
            <a:extLst>
              <a:ext uri="{FF2B5EF4-FFF2-40B4-BE49-F238E27FC236}">
                <a16:creationId xmlns:a16="http://schemas.microsoft.com/office/drawing/2014/main" id="{849096FE-8F28-41B6-9D50-00E42F9CD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3671C58A-DD71-4C89-BA12-E97B8C91F8C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D42ABA8-79B8-48C6-8581-5A6E09CEC75E}" type="slidenum">
              <a:rPr lang="en-AU" altLang="en-US"/>
              <a:pPr/>
              <a:t>19</a:t>
            </a:fld>
            <a:endParaRPr lang="en-AU" altLang="en-US"/>
          </a:p>
        </p:txBody>
      </p:sp>
      <p:sp>
        <p:nvSpPr>
          <p:cNvPr id="105473" name="Rectangle 1">
            <a:extLst>
              <a:ext uri="{FF2B5EF4-FFF2-40B4-BE49-F238E27FC236}">
                <a16:creationId xmlns:a16="http://schemas.microsoft.com/office/drawing/2014/main" id="{C92E0BCD-FD75-4D01-95DD-41D09381877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4" name="Text Box 2">
            <a:extLst>
              <a:ext uri="{FF2B5EF4-FFF2-40B4-BE49-F238E27FC236}">
                <a16:creationId xmlns:a16="http://schemas.microsoft.com/office/drawing/2014/main" id="{9BA561EA-A8FE-421B-B5AB-AB958FC32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E15C3541-739F-4E43-BA74-13A50446D6D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0F923EE-E443-47E4-B2DE-9AEC0C4D1870}" type="slidenum">
              <a:rPr lang="en-AU" altLang="en-US"/>
              <a:pPr/>
              <a:t>20</a:t>
            </a:fld>
            <a:endParaRPr lang="en-AU" altLang="en-US"/>
          </a:p>
        </p:txBody>
      </p:sp>
      <p:sp>
        <p:nvSpPr>
          <p:cNvPr id="106497" name="Text Box 1">
            <a:extLst>
              <a:ext uri="{FF2B5EF4-FFF2-40B4-BE49-F238E27FC236}">
                <a16:creationId xmlns:a16="http://schemas.microsoft.com/office/drawing/2014/main" id="{D25D1A25-1C3C-48E6-98A5-EAD0A047D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20844514-94C4-41CD-9975-4C70083791CC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20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8507BAF3-B2E9-47FD-861E-1FC80602E9A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6499" name="Text Box 3">
            <a:extLst>
              <a:ext uri="{FF2B5EF4-FFF2-40B4-BE49-F238E27FC236}">
                <a16:creationId xmlns:a16="http://schemas.microsoft.com/office/drawing/2014/main" id="{DA970105-8888-42AF-90FA-B7A9CEBB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151070D8-118F-4C51-9D21-1379D4AC553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642D0AE-11B2-46F3-BE92-D56D748C8382}" type="slidenum">
              <a:rPr lang="en-AU" altLang="en-US"/>
              <a:pPr/>
              <a:t>21</a:t>
            </a:fld>
            <a:endParaRPr lang="en-AU" altLang="en-US"/>
          </a:p>
        </p:txBody>
      </p:sp>
      <p:sp>
        <p:nvSpPr>
          <p:cNvPr id="107521" name="Rectangle 1">
            <a:extLst>
              <a:ext uri="{FF2B5EF4-FFF2-40B4-BE49-F238E27FC236}">
                <a16:creationId xmlns:a16="http://schemas.microsoft.com/office/drawing/2014/main" id="{7FB8BD11-36D3-42F0-925D-E81180FB348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7522" name="Text Box 2">
            <a:extLst>
              <a:ext uri="{FF2B5EF4-FFF2-40B4-BE49-F238E27FC236}">
                <a16:creationId xmlns:a16="http://schemas.microsoft.com/office/drawing/2014/main" id="{CDC9D62D-84CB-40E5-B84A-4580FB1F9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91185EAB-D453-47BD-B98A-B42EC942F15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AEC3337-E928-4953-A6F7-999F61C4D129}" type="slidenum">
              <a:rPr lang="en-AU" altLang="en-US"/>
              <a:pPr/>
              <a:t>22</a:t>
            </a:fld>
            <a:endParaRPr lang="en-AU" altLang="en-US"/>
          </a:p>
        </p:txBody>
      </p:sp>
      <p:sp>
        <p:nvSpPr>
          <p:cNvPr id="108545" name="Rectangle 1">
            <a:extLst>
              <a:ext uri="{FF2B5EF4-FFF2-40B4-BE49-F238E27FC236}">
                <a16:creationId xmlns:a16="http://schemas.microsoft.com/office/drawing/2014/main" id="{13FD1572-95F1-4086-8BFA-EF7FC75487E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46" name="Text Box 2">
            <a:extLst>
              <a:ext uri="{FF2B5EF4-FFF2-40B4-BE49-F238E27FC236}">
                <a16:creationId xmlns:a16="http://schemas.microsoft.com/office/drawing/2014/main" id="{C3A34782-9DF9-453F-814E-C4450871B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184165D4-34CA-41D1-AC35-143459C4A4C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DAB3B3B-A443-4CAD-9179-4A08719739C6}" type="slidenum">
              <a:rPr lang="en-AU" altLang="en-US"/>
              <a:pPr/>
              <a:t>23</a:t>
            </a:fld>
            <a:endParaRPr lang="en-AU" altLang="en-US"/>
          </a:p>
        </p:txBody>
      </p:sp>
      <p:sp>
        <p:nvSpPr>
          <p:cNvPr id="109569" name="Rectangle 1">
            <a:extLst>
              <a:ext uri="{FF2B5EF4-FFF2-40B4-BE49-F238E27FC236}">
                <a16:creationId xmlns:a16="http://schemas.microsoft.com/office/drawing/2014/main" id="{38E71533-1FAA-4240-A9E4-E425724D63D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9570" name="Text Box 2">
            <a:extLst>
              <a:ext uri="{FF2B5EF4-FFF2-40B4-BE49-F238E27FC236}">
                <a16:creationId xmlns:a16="http://schemas.microsoft.com/office/drawing/2014/main" id="{9E11A803-6F61-424C-9194-D53E57FF0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D522060B-E017-4B78-A6AA-0957E88AEB1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1919FDD-4358-498F-B1A5-453514427AF3}" type="slidenum">
              <a:rPr lang="en-AU" altLang="en-US"/>
              <a:pPr/>
              <a:t>24</a:t>
            </a:fld>
            <a:endParaRPr lang="en-AU" altLang="en-US"/>
          </a:p>
        </p:txBody>
      </p:sp>
      <p:sp>
        <p:nvSpPr>
          <p:cNvPr id="110593" name="Text Box 1">
            <a:extLst>
              <a:ext uri="{FF2B5EF4-FFF2-40B4-BE49-F238E27FC236}">
                <a16:creationId xmlns:a16="http://schemas.microsoft.com/office/drawing/2014/main" id="{C5B00C40-CE1B-47E7-A757-060250301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8C539410-6B6A-44E1-95ED-9817BAE19A5E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24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D5F536FA-FCCC-4383-8CF8-E5598351ABB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0595" name="Text Box 3">
            <a:extLst>
              <a:ext uri="{FF2B5EF4-FFF2-40B4-BE49-F238E27FC236}">
                <a16:creationId xmlns:a16="http://schemas.microsoft.com/office/drawing/2014/main" id="{C70ACABA-9DAA-45CF-8E6C-1F9FFC2E3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4E36014E-7F76-43DA-9E4E-D72BB6317D2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D477541-38FB-467C-BA28-25A5073D0387}" type="slidenum">
              <a:rPr lang="en-AU" altLang="en-US"/>
              <a:pPr/>
              <a:t>25</a:t>
            </a:fld>
            <a:endParaRPr lang="en-AU" altLang="en-US"/>
          </a:p>
        </p:txBody>
      </p:sp>
      <p:sp>
        <p:nvSpPr>
          <p:cNvPr id="111617" name="Text Box 1">
            <a:extLst>
              <a:ext uri="{FF2B5EF4-FFF2-40B4-BE49-F238E27FC236}">
                <a16:creationId xmlns:a16="http://schemas.microsoft.com/office/drawing/2014/main" id="{272D8FC4-6EA9-4B36-8C89-82E0A500C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26BBD094-0EF5-4AFE-8556-658960F0B073}" type="slidenum">
              <a:rPr lang="en-US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81BB52AA-DACD-45B8-903F-C06310E5D6B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1619" name="Text Box 3">
            <a:extLst>
              <a:ext uri="{FF2B5EF4-FFF2-40B4-BE49-F238E27FC236}">
                <a16:creationId xmlns:a16="http://schemas.microsoft.com/office/drawing/2014/main" id="{C1A504C3-570D-4D7C-8F2B-26820E2BF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408F3A6F-9D68-4778-BCD7-403B0624AD1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334BBA8-E737-41D4-909B-816F8B142685}" type="slidenum">
              <a:rPr lang="en-AU" altLang="en-US"/>
              <a:pPr/>
              <a:t>26</a:t>
            </a:fld>
            <a:endParaRPr lang="en-AU" altLang="en-US"/>
          </a:p>
        </p:txBody>
      </p:sp>
      <p:sp>
        <p:nvSpPr>
          <p:cNvPr id="112641" name="Text Box 1">
            <a:extLst>
              <a:ext uri="{FF2B5EF4-FFF2-40B4-BE49-F238E27FC236}">
                <a16:creationId xmlns:a16="http://schemas.microsoft.com/office/drawing/2014/main" id="{FB1BC717-A1FB-4938-9D63-40737524E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25AADA13-4BC0-4116-88EC-CFEF9966A79D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26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46580C7F-5BA3-4894-9CD8-2A525A78D51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43" name="Text Box 3">
            <a:extLst>
              <a:ext uri="{FF2B5EF4-FFF2-40B4-BE49-F238E27FC236}">
                <a16:creationId xmlns:a16="http://schemas.microsoft.com/office/drawing/2014/main" id="{31F9C283-F6B1-4BA2-B10B-08322DEE8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A2B224C9-6ACB-475D-8813-5A0107AEA1F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B12D5A1-FD22-4D19-A7C3-A93614AC49FD}" type="slidenum">
              <a:rPr lang="en-AU" altLang="en-US"/>
              <a:pPr/>
              <a:t>27</a:t>
            </a:fld>
            <a:endParaRPr lang="en-AU" altLang="en-US"/>
          </a:p>
        </p:txBody>
      </p:sp>
      <p:sp>
        <p:nvSpPr>
          <p:cNvPr id="113665" name="Rectangle 1">
            <a:extLst>
              <a:ext uri="{FF2B5EF4-FFF2-40B4-BE49-F238E27FC236}">
                <a16:creationId xmlns:a16="http://schemas.microsoft.com/office/drawing/2014/main" id="{E8BE24D9-5AE6-4368-A69E-EA958D8D3F9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3666" name="Text Box 2">
            <a:extLst>
              <a:ext uri="{FF2B5EF4-FFF2-40B4-BE49-F238E27FC236}">
                <a16:creationId xmlns:a16="http://schemas.microsoft.com/office/drawing/2014/main" id="{957EC049-342D-41A4-B258-C8AEA06C2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3DBF69CC-0F25-403A-ACDA-475393DCC70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DDFE17B-22A1-4DC7-862C-0F073F9544D6}" type="slidenum">
              <a:rPr lang="en-AU" altLang="en-US"/>
              <a:pPr/>
              <a:t>28</a:t>
            </a:fld>
            <a:endParaRPr lang="en-AU" altLang="en-US"/>
          </a:p>
        </p:txBody>
      </p:sp>
      <p:sp>
        <p:nvSpPr>
          <p:cNvPr id="114689" name="Rectangle 1">
            <a:extLst>
              <a:ext uri="{FF2B5EF4-FFF2-40B4-BE49-F238E27FC236}">
                <a16:creationId xmlns:a16="http://schemas.microsoft.com/office/drawing/2014/main" id="{EA5C0DEE-AA25-4602-BD0F-95E1D482888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4690" name="Text Box 2">
            <a:extLst>
              <a:ext uri="{FF2B5EF4-FFF2-40B4-BE49-F238E27FC236}">
                <a16:creationId xmlns:a16="http://schemas.microsoft.com/office/drawing/2014/main" id="{12D70EC5-C417-43AE-A9AD-716E55BEA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4A41949D-D89E-4185-A5B1-4CC2F838F7F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E868838-AB0B-4AFD-8E4A-3BEDEB6A2A8C}" type="slidenum">
              <a:rPr lang="en-AU" altLang="en-US"/>
              <a:pPr/>
              <a:t>29</a:t>
            </a:fld>
            <a:endParaRPr lang="en-AU" altLang="en-US"/>
          </a:p>
        </p:txBody>
      </p:sp>
      <p:sp>
        <p:nvSpPr>
          <p:cNvPr id="115713" name="Text Box 1">
            <a:extLst>
              <a:ext uri="{FF2B5EF4-FFF2-40B4-BE49-F238E27FC236}">
                <a16:creationId xmlns:a16="http://schemas.microsoft.com/office/drawing/2014/main" id="{A88E1F05-063A-4A10-A89C-6E1187A94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C467DBB6-63FE-4FEA-ABFE-4A9483180F1A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29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677D0B61-99B9-483D-ABCA-4BAFDF2E2B2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5715" name="Text Box 3">
            <a:extLst>
              <a:ext uri="{FF2B5EF4-FFF2-40B4-BE49-F238E27FC236}">
                <a16:creationId xmlns:a16="http://schemas.microsoft.com/office/drawing/2014/main" id="{0D6673B6-287C-4AB1-8624-7B11AFEF2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US" sz="1200"/>
              <a:t>The One-Time Pad is an evolution of the Vernham cipher, which was invented by Gilbert Vernham in 1918, and used a long tape of random letters to encrypt the message. An Army Signal Corp officer, Joseph Mauborgne, proposed an improvement using a random key that was truly as long as the message, with no repetitions, which thus totally obscures the original message.</a:t>
            </a:r>
          </a:p>
          <a:p>
            <a:pPr>
              <a:spcBef>
                <a:spcPts val="450"/>
              </a:spcBef>
              <a:buClrTx/>
              <a:buFontTx/>
              <a:buNone/>
            </a:pPr>
            <a:endParaRPr lang="en-US" altLang="en-US" sz="1200"/>
          </a:p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US" sz="1200"/>
              <a:t>Since any plaintext can be mapped to any ciphertext given some key, there is simply no way to determine which plaintext corresponds to a specific instance of ciphertext.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5C9B473E-0A3A-40AD-A833-C016210F8DC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319A83F-CBF0-40AD-826C-C3FCCE81B107}" type="slidenum">
              <a:rPr lang="en-AU" altLang="en-US"/>
              <a:pPr/>
              <a:t>30</a:t>
            </a:fld>
            <a:endParaRPr lang="en-AU" altLang="en-US"/>
          </a:p>
        </p:txBody>
      </p:sp>
      <p:sp>
        <p:nvSpPr>
          <p:cNvPr id="116737" name="Rectangle 1">
            <a:extLst>
              <a:ext uri="{FF2B5EF4-FFF2-40B4-BE49-F238E27FC236}">
                <a16:creationId xmlns:a16="http://schemas.microsoft.com/office/drawing/2014/main" id="{BF6684C4-445D-44B8-9686-09D1B17CE49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6738" name="Text Box 2">
            <a:extLst>
              <a:ext uri="{FF2B5EF4-FFF2-40B4-BE49-F238E27FC236}">
                <a16:creationId xmlns:a16="http://schemas.microsoft.com/office/drawing/2014/main" id="{CD171F1D-CE51-4102-B202-84688A592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5235132A-4007-4599-B9D0-CA3C277EB3E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6331E50-EE00-4316-A270-608375F3953E}" type="slidenum">
              <a:rPr lang="en-AU" altLang="en-US"/>
              <a:pPr/>
              <a:t>31</a:t>
            </a:fld>
            <a:endParaRPr lang="en-AU" altLang="en-US"/>
          </a:p>
        </p:txBody>
      </p:sp>
      <p:sp>
        <p:nvSpPr>
          <p:cNvPr id="117761" name="Rectangle 1">
            <a:extLst>
              <a:ext uri="{FF2B5EF4-FFF2-40B4-BE49-F238E27FC236}">
                <a16:creationId xmlns:a16="http://schemas.microsoft.com/office/drawing/2014/main" id="{582E5EB4-5CB5-4109-A38D-881940FAD62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7762" name="Text Box 2">
            <a:extLst>
              <a:ext uri="{FF2B5EF4-FFF2-40B4-BE49-F238E27FC236}">
                <a16:creationId xmlns:a16="http://schemas.microsoft.com/office/drawing/2014/main" id="{8C47795A-39E1-4222-8DDF-286882E61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CA13516D-C2F6-4159-B9ED-CAC13CC0E0D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F666A9B-7495-412E-887E-BED4C94C7E45}" type="slidenum">
              <a:rPr lang="en-AU" altLang="en-US"/>
              <a:pPr/>
              <a:t>32</a:t>
            </a:fld>
            <a:endParaRPr lang="en-AU" altLang="en-US"/>
          </a:p>
        </p:txBody>
      </p:sp>
      <p:sp>
        <p:nvSpPr>
          <p:cNvPr id="118785" name="Rectangle 1">
            <a:extLst>
              <a:ext uri="{FF2B5EF4-FFF2-40B4-BE49-F238E27FC236}">
                <a16:creationId xmlns:a16="http://schemas.microsoft.com/office/drawing/2014/main" id="{C8A593BD-B3A4-4413-A717-4D1A7C0E42F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8786" name="Text Box 2">
            <a:extLst>
              <a:ext uri="{FF2B5EF4-FFF2-40B4-BE49-F238E27FC236}">
                <a16:creationId xmlns:a16="http://schemas.microsoft.com/office/drawing/2014/main" id="{BA56F4E1-B834-40BC-AD2B-847F02B21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AFEBA84A-BD14-492F-A5DE-52E65CDA57A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68795D2-9FEE-4316-BF6B-1B1F4594718C}" type="slidenum">
              <a:rPr lang="en-AU" altLang="en-US"/>
              <a:pPr/>
              <a:t>33</a:t>
            </a:fld>
            <a:endParaRPr lang="en-AU" altLang="en-US"/>
          </a:p>
        </p:txBody>
      </p:sp>
      <p:sp>
        <p:nvSpPr>
          <p:cNvPr id="119809" name="Rectangle 1">
            <a:extLst>
              <a:ext uri="{FF2B5EF4-FFF2-40B4-BE49-F238E27FC236}">
                <a16:creationId xmlns:a16="http://schemas.microsoft.com/office/drawing/2014/main" id="{720AD262-9F94-4EA8-A5B7-D2B6BFB6033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9810" name="Text Box 2">
            <a:extLst>
              <a:ext uri="{FF2B5EF4-FFF2-40B4-BE49-F238E27FC236}">
                <a16:creationId xmlns:a16="http://schemas.microsoft.com/office/drawing/2014/main" id="{2B2D6C5C-03EE-44DA-99A9-D3DBF345C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F4917730-DB2F-4CA4-A349-58D1CD461AB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2392AED-BA58-43D1-87FA-15344BBBDF53}" type="slidenum">
              <a:rPr lang="en-AU" altLang="en-US"/>
              <a:pPr/>
              <a:t>34</a:t>
            </a:fld>
            <a:endParaRPr lang="en-AU" altLang="en-US"/>
          </a:p>
        </p:txBody>
      </p:sp>
      <p:sp>
        <p:nvSpPr>
          <p:cNvPr id="120833" name="Rectangle 1">
            <a:extLst>
              <a:ext uri="{FF2B5EF4-FFF2-40B4-BE49-F238E27FC236}">
                <a16:creationId xmlns:a16="http://schemas.microsoft.com/office/drawing/2014/main" id="{BC0891B0-587D-4BDD-9DF4-1C1C55F8F63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0834" name="Text Box 2">
            <a:extLst>
              <a:ext uri="{FF2B5EF4-FFF2-40B4-BE49-F238E27FC236}">
                <a16:creationId xmlns:a16="http://schemas.microsoft.com/office/drawing/2014/main" id="{9BB390A7-980E-448C-8634-982CE5E2E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0E33184F-B3F3-4F2C-A4A5-08BA6258857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7133634-0E24-4ECB-98B5-A0434220AFDB}" type="slidenum">
              <a:rPr lang="en-AU" altLang="en-US"/>
              <a:pPr/>
              <a:t>35</a:t>
            </a:fld>
            <a:endParaRPr lang="en-AU" altLang="en-US"/>
          </a:p>
        </p:txBody>
      </p:sp>
      <p:sp>
        <p:nvSpPr>
          <p:cNvPr id="121857" name="Rectangle 1">
            <a:extLst>
              <a:ext uri="{FF2B5EF4-FFF2-40B4-BE49-F238E27FC236}">
                <a16:creationId xmlns:a16="http://schemas.microsoft.com/office/drawing/2014/main" id="{197C6AD6-20E1-4D02-B869-4EBD58AFEBA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1858" name="Text Box 2">
            <a:extLst>
              <a:ext uri="{FF2B5EF4-FFF2-40B4-BE49-F238E27FC236}">
                <a16:creationId xmlns:a16="http://schemas.microsoft.com/office/drawing/2014/main" id="{030983AD-B349-4958-BF31-B54CCA9A8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02F19CF9-9F2F-4DD1-A51C-D48E93938D8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58F8085-BAD0-4087-A0EC-882C69A44C44}" type="slidenum">
              <a:rPr lang="en-AU" altLang="en-US"/>
              <a:pPr/>
              <a:t>36</a:t>
            </a:fld>
            <a:endParaRPr lang="en-AU" altLang="en-US"/>
          </a:p>
        </p:txBody>
      </p:sp>
      <p:sp>
        <p:nvSpPr>
          <p:cNvPr id="122881" name="Rectangle 1">
            <a:extLst>
              <a:ext uri="{FF2B5EF4-FFF2-40B4-BE49-F238E27FC236}">
                <a16:creationId xmlns:a16="http://schemas.microsoft.com/office/drawing/2014/main" id="{77160BA7-FF5C-4C4A-87DE-4D7656EDB74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882" name="Text Box 2">
            <a:extLst>
              <a:ext uri="{FF2B5EF4-FFF2-40B4-BE49-F238E27FC236}">
                <a16:creationId xmlns:a16="http://schemas.microsoft.com/office/drawing/2014/main" id="{19B3DC33-380B-43E6-9852-2841A5CA6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B9A5644A-4F4A-413E-B2C4-13BCF8519DE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46A81DE-E204-4AE4-A8E7-674C90CCE23D}" type="slidenum">
              <a:rPr lang="en-AU" altLang="en-US"/>
              <a:pPr/>
              <a:t>37</a:t>
            </a:fld>
            <a:endParaRPr lang="en-AU" altLang="en-US"/>
          </a:p>
        </p:txBody>
      </p:sp>
      <p:sp>
        <p:nvSpPr>
          <p:cNvPr id="123905" name="Rectangle 1">
            <a:extLst>
              <a:ext uri="{FF2B5EF4-FFF2-40B4-BE49-F238E27FC236}">
                <a16:creationId xmlns:a16="http://schemas.microsoft.com/office/drawing/2014/main" id="{F5CDDECD-C541-4A07-9F44-A08ACACC158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3906" name="Text Box 2">
            <a:extLst>
              <a:ext uri="{FF2B5EF4-FFF2-40B4-BE49-F238E27FC236}">
                <a16:creationId xmlns:a16="http://schemas.microsoft.com/office/drawing/2014/main" id="{CFC01F65-9EA7-4CD4-9A9E-79D3179CB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B525ABAB-DA53-4948-9216-2D7668B55DC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D1F0813-D95D-4176-808F-C7384999D6C2}" type="slidenum">
              <a:rPr lang="en-AU" altLang="en-US"/>
              <a:pPr/>
              <a:t>38</a:t>
            </a:fld>
            <a:endParaRPr lang="en-AU" altLang="en-US"/>
          </a:p>
        </p:txBody>
      </p:sp>
      <p:sp>
        <p:nvSpPr>
          <p:cNvPr id="124929" name="Rectangle 1">
            <a:extLst>
              <a:ext uri="{FF2B5EF4-FFF2-40B4-BE49-F238E27FC236}">
                <a16:creationId xmlns:a16="http://schemas.microsoft.com/office/drawing/2014/main" id="{4B1169E9-ED81-4D54-804E-AE815EDF0C1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4930" name="Text Box 2">
            <a:extLst>
              <a:ext uri="{FF2B5EF4-FFF2-40B4-BE49-F238E27FC236}">
                <a16:creationId xmlns:a16="http://schemas.microsoft.com/office/drawing/2014/main" id="{BD662870-37B5-45D8-85B7-512D4135E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F6005686-AF42-46A5-A651-22BA52E7AB2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6D2F238-DE46-40C9-A568-C71AAE57A640}" type="slidenum">
              <a:rPr lang="en-AU" altLang="en-US"/>
              <a:pPr/>
              <a:t>39</a:t>
            </a:fld>
            <a:endParaRPr lang="en-AU" altLang="en-US"/>
          </a:p>
        </p:txBody>
      </p:sp>
      <p:sp>
        <p:nvSpPr>
          <p:cNvPr id="125953" name="Rectangle 1">
            <a:extLst>
              <a:ext uri="{FF2B5EF4-FFF2-40B4-BE49-F238E27FC236}">
                <a16:creationId xmlns:a16="http://schemas.microsoft.com/office/drawing/2014/main" id="{C34E2621-D841-4C3D-93A5-86579738813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5954" name="Text Box 2">
            <a:extLst>
              <a:ext uri="{FF2B5EF4-FFF2-40B4-BE49-F238E27FC236}">
                <a16:creationId xmlns:a16="http://schemas.microsoft.com/office/drawing/2014/main" id="{4D78AF40-DFBE-45B5-9ACF-9374B127B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7639FC2B-D8C9-4E27-BCE2-5D14C9FA713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E5D3A41-AB12-4BC2-92D4-5B9DF4ADC15E}" type="slidenum">
              <a:rPr lang="en-AU" altLang="en-US"/>
              <a:pPr/>
              <a:t>40</a:t>
            </a:fld>
            <a:endParaRPr lang="en-AU" altLang="en-US"/>
          </a:p>
        </p:txBody>
      </p:sp>
      <p:sp>
        <p:nvSpPr>
          <p:cNvPr id="126977" name="Rectangle 1">
            <a:extLst>
              <a:ext uri="{FF2B5EF4-FFF2-40B4-BE49-F238E27FC236}">
                <a16:creationId xmlns:a16="http://schemas.microsoft.com/office/drawing/2014/main" id="{2E3EC9CB-89FA-4FDA-9A9F-75E81F3D401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6978" name="Text Box 2">
            <a:extLst>
              <a:ext uri="{FF2B5EF4-FFF2-40B4-BE49-F238E27FC236}">
                <a16:creationId xmlns:a16="http://schemas.microsoft.com/office/drawing/2014/main" id="{AF40FD62-1BAF-4B24-9E9D-022B31DE8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AF72586B-365A-4343-AA8F-3A97BB9AE34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FF97707-C328-475B-9A5A-4A18A40BDDCD}" type="slidenum">
              <a:rPr lang="en-AU" altLang="en-US"/>
              <a:pPr/>
              <a:t>41</a:t>
            </a:fld>
            <a:endParaRPr lang="en-AU" altLang="en-US"/>
          </a:p>
        </p:txBody>
      </p:sp>
      <p:sp>
        <p:nvSpPr>
          <p:cNvPr id="128001" name="Rectangle 1">
            <a:extLst>
              <a:ext uri="{FF2B5EF4-FFF2-40B4-BE49-F238E27FC236}">
                <a16:creationId xmlns:a16="http://schemas.microsoft.com/office/drawing/2014/main" id="{3B94926B-D930-429D-BE99-9AB92CE996C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8002" name="Text Box 2">
            <a:extLst>
              <a:ext uri="{FF2B5EF4-FFF2-40B4-BE49-F238E27FC236}">
                <a16:creationId xmlns:a16="http://schemas.microsoft.com/office/drawing/2014/main" id="{F4EE7F65-A3A6-4108-B4F3-50C5CF1B3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60D06182-55F5-4537-98C1-C3DB2C14280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AA0D886-4F55-4F26-B5EB-7D6EB5825AA2}" type="slidenum">
              <a:rPr lang="en-AU" altLang="en-US"/>
              <a:pPr/>
              <a:t>42</a:t>
            </a:fld>
            <a:endParaRPr lang="en-AU" altLang="en-US"/>
          </a:p>
        </p:txBody>
      </p:sp>
      <p:sp>
        <p:nvSpPr>
          <p:cNvPr id="129025" name="Text Box 1">
            <a:extLst>
              <a:ext uri="{FF2B5EF4-FFF2-40B4-BE49-F238E27FC236}">
                <a16:creationId xmlns:a16="http://schemas.microsoft.com/office/drawing/2014/main" id="{5E95B157-FDEC-42C9-8833-D510CE1CE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45CB8DF2-C46E-498A-83B5-85A5EB71465E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42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1B19B9FD-D595-48FC-9E1C-068ADEF2774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9027" name="Text Box 3">
            <a:extLst>
              <a:ext uri="{FF2B5EF4-FFF2-40B4-BE49-F238E27FC236}">
                <a16:creationId xmlns:a16="http://schemas.microsoft.com/office/drawing/2014/main" id="{C0850C78-9235-4FE3-B38F-9B2D8DFBB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F61BE2E8-EBE6-4343-96F1-2183B8F0912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EFCFFEB-E419-4BFA-826D-8105509CB47D}" type="slidenum">
              <a:rPr lang="en-AU" altLang="en-US"/>
              <a:pPr/>
              <a:t>43</a:t>
            </a:fld>
            <a:endParaRPr lang="en-AU" altLang="en-US"/>
          </a:p>
        </p:txBody>
      </p:sp>
      <p:sp>
        <p:nvSpPr>
          <p:cNvPr id="130049" name="Rectangle 1">
            <a:extLst>
              <a:ext uri="{FF2B5EF4-FFF2-40B4-BE49-F238E27FC236}">
                <a16:creationId xmlns:a16="http://schemas.microsoft.com/office/drawing/2014/main" id="{22DCB44E-659B-4787-9CA5-BC6FA0AE289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0050" name="Text Box 2">
            <a:extLst>
              <a:ext uri="{FF2B5EF4-FFF2-40B4-BE49-F238E27FC236}">
                <a16:creationId xmlns:a16="http://schemas.microsoft.com/office/drawing/2014/main" id="{9D6B8041-F73A-4A77-A93D-62221A4D5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C69E0D9C-6851-48F3-B96D-871BD1D493A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088939E-2EBF-4CB0-AA37-359293CD0038}" type="slidenum">
              <a:rPr lang="en-AU" altLang="en-US"/>
              <a:pPr/>
              <a:t>44</a:t>
            </a:fld>
            <a:endParaRPr lang="en-AU" altLang="en-US"/>
          </a:p>
        </p:txBody>
      </p:sp>
      <p:sp>
        <p:nvSpPr>
          <p:cNvPr id="131073" name="Rectangle 1">
            <a:extLst>
              <a:ext uri="{FF2B5EF4-FFF2-40B4-BE49-F238E27FC236}">
                <a16:creationId xmlns:a16="http://schemas.microsoft.com/office/drawing/2014/main" id="{3A258200-CFBE-4404-B3CA-B151BDF3CA0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1074" name="Text Box 2">
            <a:extLst>
              <a:ext uri="{FF2B5EF4-FFF2-40B4-BE49-F238E27FC236}">
                <a16:creationId xmlns:a16="http://schemas.microsoft.com/office/drawing/2014/main" id="{C2E94C2C-F785-4CB4-BA33-0FFB6E364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34F98C5A-9449-40B8-B082-CE6D3EFDD89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ECEA70-A5DD-49BC-86AC-8041F75D8E08}" type="slidenum">
              <a:rPr lang="en-AU" altLang="en-US"/>
              <a:pPr/>
              <a:t>45</a:t>
            </a:fld>
            <a:endParaRPr lang="en-AU" altLang="en-US"/>
          </a:p>
        </p:txBody>
      </p:sp>
      <p:sp>
        <p:nvSpPr>
          <p:cNvPr id="132097" name="Rectangle 1">
            <a:extLst>
              <a:ext uri="{FF2B5EF4-FFF2-40B4-BE49-F238E27FC236}">
                <a16:creationId xmlns:a16="http://schemas.microsoft.com/office/drawing/2014/main" id="{4BF4705D-B218-4700-B370-236E48C6D3E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2098" name="Text Box 2">
            <a:extLst>
              <a:ext uri="{FF2B5EF4-FFF2-40B4-BE49-F238E27FC236}">
                <a16:creationId xmlns:a16="http://schemas.microsoft.com/office/drawing/2014/main" id="{1DC72B96-4DE4-4019-A6A2-60A74570E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580B7DF1-4EAE-4F75-BD5F-D7FD01E0FAC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B7CCD4C-C534-4C75-9ADD-3F7946A8EC7B}" type="slidenum">
              <a:rPr lang="en-AU" altLang="en-US"/>
              <a:pPr/>
              <a:t>46</a:t>
            </a:fld>
            <a:endParaRPr lang="en-AU" altLang="en-US"/>
          </a:p>
        </p:txBody>
      </p:sp>
      <p:sp>
        <p:nvSpPr>
          <p:cNvPr id="133121" name="Rectangle 1">
            <a:extLst>
              <a:ext uri="{FF2B5EF4-FFF2-40B4-BE49-F238E27FC236}">
                <a16:creationId xmlns:a16="http://schemas.microsoft.com/office/drawing/2014/main" id="{09C32423-4F4F-4DB1-AF8B-10D86C9FA0B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22" name="Text Box 2">
            <a:extLst>
              <a:ext uri="{FF2B5EF4-FFF2-40B4-BE49-F238E27FC236}">
                <a16:creationId xmlns:a16="http://schemas.microsoft.com/office/drawing/2014/main" id="{F40D4C63-398D-4C0A-B744-06FC50B71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63ADB2E0-DE6B-4D76-AB7B-71294A44D25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74135DA-3FB2-495E-8CE1-A02C7687D7B8}" type="slidenum">
              <a:rPr lang="en-AU" altLang="en-US"/>
              <a:pPr/>
              <a:t>47</a:t>
            </a:fld>
            <a:endParaRPr lang="en-AU" altLang="en-US"/>
          </a:p>
        </p:txBody>
      </p:sp>
      <p:sp>
        <p:nvSpPr>
          <p:cNvPr id="134145" name="Rectangle 1">
            <a:extLst>
              <a:ext uri="{FF2B5EF4-FFF2-40B4-BE49-F238E27FC236}">
                <a16:creationId xmlns:a16="http://schemas.microsoft.com/office/drawing/2014/main" id="{C4F50219-76BD-47A4-93D3-376BC38BA04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4146" name="Text Box 2">
            <a:extLst>
              <a:ext uri="{FF2B5EF4-FFF2-40B4-BE49-F238E27FC236}">
                <a16:creationId xmlns:a16="http://schemas.microsoft.com/office/drawing/2014/main" id="{F56536E4-7291-414F-A5DD-122FA84C8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6FAF143D-A445-4DA2-94A3-D46FCD57493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DD00ED9-569D-4346-B26D-790621FA93A5}" type="slidenum">
              <a:rPr lang="en-AU" altLang="en-US"/>
              <a:pPr/>
              <a:t>48</a:t>
            </a:fld>
            <a:endParaRPr lang="en-AU" altLang="en-US"/>
          </a:p>
        </p:txBody>
      </p:sp>
      <p:sp>
        <p:nvSpPr>
          <p:cNvPr id="135169" name="Rectangle 1">
            <a:extLst>
              <a:ext uri="{FF2B5EF4-FFF2-40B4-BE49-F238E27FC236}">
                <a16:creationId xmlns:a16="http://schemas.microsoft.com/office/drawing/2014/main" id="{ACDB5CF6-2BA8-4518-A9DD-B141350E0B8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5170" name="Text Box 2">
            <a:extLst>
              <a:ext uri="{FF2B5EF4-FFF2-40B4-BE49-F238E27FC236}">
                <a16:creationId xmlns:a16="http://schemas.microsoft.com/office/drawing/2014/main" id="{A0FCD1DF-CD39-41E7-AC0A-C84E596E7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16BBB0D7-F18D-46C1-A377-238E4AAF1AD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1D42364-AF79-4D90-913B-408AED2B740A}" type="slidenum">
              <a:rPr lang="en-AU" altLang="en-US"/>
              <a:pPr/>
              <a:t>49</a:t>
            </a:fld>
            <a:endParaRPr lang="en-AU" altLang="en-US"/>
          </a:p>
        </p:txBody>
      </p:sp>
      <p:sp>
        <p:nvSpPr>
          <p:cNvPr id="136193" name="Rectangle 1">
            <a:extLst>
              <a:ext uri="{FF2B5EF4-FFF2-40B4-BE49-F238E27FC236}">
                <a16:creationId xmlns:a16="http://schemas.microsoft.com/office/drawing/2014/main" id="{4E1521E2-73EF-492F-ACC5-2BFED0D71B8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6194" name="Text Box 2">
            <a:extLst>
              <a:ext uri="{FF2B5EF4-FFF2-40B4-BE49-F238E27FC236}">
                <a16:creationId xmlns:a16="http://schemas.microsoft.com/office/drawing/2014/main" id="{DF1C174B-8CD2-43EE-89D3-139D13F6F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A17726E6-9543-4985-ACF0-8568E39E99C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CE4C31C-AFB6-427B-BECC-05E99B612957}" type="slidenum">
              <a:rPr lang="en-AU" altLang="en-US"/>
              <a:pPr/>
              <a:t>50</a:t>
            </a:fld>
            <a:endParaRPr lang="en-AU" altLang="en-US"/>
          </a:p>
        </p:txBody>
      </p:sp>
      <p:sp>
        <p:nvSpPr>
          <p:cNvPr id="137217" name="Rectangle 1">
            <a:extLst>
              <a:ext uri="{FF2B5EF4-FFF2-40B4-BE49-F238E27FC236}">
                <a16:creationId xmlns:a16="http://schemas.microsoft.com/office/drawing/2014/main" id="{DE0DEB38-65C4-4DB3-96BF-7BF554E2740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7218" name="Text Box 2">
            <a:extLst>
              <a:ext uri="{FF2B5EF4-FFF2-40B4-BE49-F238E27FC236}">
                <a16:creationId xmlns:a16="http://schemas.microsoft.com/office/drawing/2014/main" id="{176C18FD-7A59-4222-A0E9-3B1B0D5CD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4A8A48D3-93DC-4349-8DF7-3EA624B4A4E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C36DCE6-0DF1-46CC-8825-18BC6CE33789}" type="slidenum">
              <a:rPr lang="en-AU" altLang="en-US"/>
              <a:pPr/>
              <a:t>51</a:t>
            </a:fld>
            <a:endParaRPr lang="en-AU" altLang="en-US"/>
          </a:p>
        </p:txBody>
      </p:sp>
      <p:sp>
        <p:nvSpPr>
          <p:cNvPr id="138241" name="Rectangle 1">
            <a:extLst>
              <a:ext uri="{FF2B5EF4-FFF2-40B4-BE49-F238E27FC236}">
                <a16:creationId xmlns:a16="http://schemas.microsoft.com/office/drawing/2014/main" id="{F5EF0A60-7D26-434D-9002-018E052A5C4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8242" name="Text Box 2">
            <a:extLst>
              <a:ext uri="{FF2B5EF4-FFF2-40B4-BE49-F238E27FC236}">
                <a16:creationId xmlns:a16="http://schemas.microsoft.com/office/drawing/2014/main" id="{6B83C7D0-1157-45B5-B86F-AF129368E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C6DF5BE9-5265-4CCD-93F6-30844A9A30D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AB220E4-3F42-44E4-B1D9-8BBF000ADEFA}" type="slidenum">
              <a:rPr lang="en-AU" altLang="en-US"/>
              <a:pPr/>
              <a:t>52</a:t>
            </a:fld>
            <a:endParaRPr lang="en-AU" altLang="en-US"/>
          </a:p>
        </p:txBody>
      </p:sp>
      <p:sp>
        <p:nvSpPr>
          <p:cNvPr id="139265" name="Rectangle 1">
            <a:extLst>
              <a:ext uri="{FF2B5EF4-FFF2-40B4-BE49-F238E27FC236}">
                <a16:creationId xmlns:a16="http://schemas.microsoft.com/office/drawing/2014/main" id="{6D01C93E-504B-4DDF-BE61-7C9EE840675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9266" name="Text Box 2">
            <a:extLst>
              <a:ext uri="{FF2B5EF4-FFF2-40B4-BE49-F238E27FC236}">
                <a16:creationId xmlns:a16="http://schemas.microsoft.com/office/drawing/2014/main" id="{6BB396E1-7EFB-48BE-8025-122D01656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8963D3EC-C251-4705-BFFD-AE086AD189C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A5C1E07-CDD4-480A-8C42-B1C50FE7F63A}" type="slidenum">
              <a:rPr lang="en-AU" altLang="en-US"/>
              <a:pPr/>
              <a:t>53</a:t>
            </a:fld>
            <a:endParaRPr lang="en-AU" altLang="en-US"/>
          </a:p>
        </p:txBody>
      </p:sp>
      <p:sp>
        <p:nvSpPr>
          <p:cNvPr id="140289" name="Rectangle 1">
            <a:extLst>
              <a:ext uri="{FF2B5EF4-FFF2-40B4-BE49-F238E27FC236}">
                <a16:creationId xmlns:a16="http://schemas.microsoft.com/office/drawing/2014/main" id="{F8369314-4C85-4DF6-BF63-426E74AA57C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0290" name="Text Box 2">
            <a:extLst>
              <a:ext uri="{FF2B5EF4-FFF2-40B4-BE49-F238E27FC236}">
                <a16:creationId xmlns:a16="http://schemas.microsoft.com/office/drawing/2014/main" id="{9AE9868D-21D4-4C89-9147-8D77FF2E0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C263872A-386C-4CF2-A175-BF4FB492AB3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4954256-98A0-48FA-944F-C8BD30D49E54}" type="slidenum">
              <a:rPr lang="en-AU" altLang="en-US"/>
              <a:pPr/>
              <a:t>54</a:t>
            </a:fld>
            <a:endParaRPr lang="en-AU" altLang="en-US"/>
          </a:p>
        </p:txBody>
      </p:sp>
      <p:sp>
        <p:nvSpPr>
          <p:cNvPr id="141313" name="Rectangle 1">
            <a:extLst>
              <a:ext uri="{FF2B5EF4-FFF2-40B4-BE49-F238E27FC236}">
                <a16:creationId xmlns:a16="http://schemas.microsoft.com/office/drawing/2014/main" id="{18A50776-3989-4266-85A3-D8D2CB10297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1314" name="Text Box 2">
            <a:extLst>
              <a:ext uri="{FF2B5EF4-FFF2-40B4-BE49-F238E27FC236}">
                <a16:creationId xmlns:a16="http://schemas.microsoft.com/office/drawing/2014/main" id="{91CFE961-1393-445A-B222-297056D38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9093B2D1-19A7-434E-8AC8-7DCD5753405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31A9B41-F3CC-4B08-A68B-FE5D8EF4D968}" type="slidenum">
              <a:rPr lang="en-AU" altLang="en-US"/>
              <a:pPr/>
              <a:t>55</a:t>
            </a:fld>
            <a:endParaRPr lang="en-AU" altLang="en-US"/>
          </a:p>
        </p:txBody>
      </p:sp>
      <p:sp>
        <p:nvSpPr>
          <p:cNvPr id="142337" name="Text Box 1">
            <a:extLst>
              <a:ext uri="{FF2B5EF4-FFF2-40B4-BE49-F238E27FC236}">
                <a16:creationId xmlns:a16="http://schemas.microsoft.com/office/drawing/2014/main" id="{72D0313A-5B78-435E-9197-05F4A8C1E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8BC2EDB9-A5DB-4BD8-ADA2-5F13B6473228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55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79934BD9-F527-44AB-A65D-E2E634A3CC0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2339" name="Text Box 3">
            <a:extLst>
              <a:ext uri="{FF2B5EF4-FFF2-40B4-BE49-F238E27FC236}">
                <a16:creationId xmlns:a16="http://schemas.microsoft.com/office/drawing/2014/main" id="{EE17E6AA-6784-4035-8D91-57954FDCD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224CE6EE-9BB3-47D4-9487-7FD9EEF1DBF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0BC808D-1F45-4DCB-94B3-FBD1FEF17C16}" type="slidenum">
              <a:rPr lang="en-AU" altLang="en-US"/>
              <a:pPr/>
              <a:t>56</a:t>
            </a:fld>
            <a:endParaRPr lang="en-AU" altLang="en-US"/>
          </a:p>
        </p:txBody>
      </p:sp>
      <p:sp>
        <p:nvSpPr>
          <p:cNvPr id="143361" name="Rectangle 1">
            <a:extLst>
              <a:ext uri="{FF2B5EF4-FFF2-40B4-BE49-F238E27FC236}">
                <a16:creationId xmlns:a16="http://schemas.microsoft.com/office/drawing/2014/main" id="{BBF8B3BB-28C9-4B27-BA66-BC268B951D8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362" name="Text Box 2">
            <a:extLst>
              <a:ext uri="{FF2B5EF4-FFF2-40B4-BE49-F238E27FC236}">
                <a16:creationId xmlns:a16="http://schemas.microsoft.com/office/drawing/2014/main" id="{151F5498-88F7-49D1-8893-0EF92BB07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C25AAF49-4C95-47E9-82E7-6CF0D85511A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49A71FF-5737-46E2-83F2-368E2B59EAC5}" type="slidenum">
              <a:rPr lang="en-AU" altLang="en-US"/>
              <a:pPr/>
              <a:t>57</a:t>
            </a:fld>
            <a:endParaRPr lang="en-AU" altLang="en-US"/>
          </a:p>
        </p:txBody>
      </p:sp>
      <p:sp>
        <p:nvSpPr>
          <p:cNvPr id="144385" name="Rectangle 1">
            <a:extLst>
              <a:ext uri="{FF2B5EF4-FFF2-40B4-BE49-F238E27FC236}">
                <a16:creationId xmlns:a16="http://schemas.microsoft.com/office/drawing/2014/main" id="{36D23D07-2213-4270-8DE4-F2C57231072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4386" name="Text Box 2">
            <a:extLst>
              <a:ext uri="{FF2B5EF4-FFF2-40B4-BE49-F238E27FC236}">
                <a16:creationId xmlns:a16="http://schemas.microsoft.com/office/drawing/2014/main" id="{08A38301-88D4-407C-9527-895D99BA7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7859FAC2-84EC-4A9F-A75A-0FF07C67D51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1A674D5-CB77-4682-8EA1-5BCC9D3E8DE4}" type="slidenum">
              <a:rPr lang="en-AU" altLang="en-US"/>
              <a:pPr/>
              <a:t>58</a:t>
            </a:fld>
            <a:endParaRPr lang="en-AU" altLang="en-US"/>
          </a:p>
        </p:txBody>
      </p:sp>
      <p:sp>
        <p:nvSpPr>
          <p:cNvPr id="145409" name="Rectangle 1">
            <a:extLst>
              <a:ext uri="{FF2B5EF4-FFF2-40B4-BE49-F238E27FC236}">
                <a16:creationId xmlns:a16="http://schemas.microsoft.com/office/drawing/2014/main" id="{4CDCE004-9422-4401-830D-DE890CDB5D5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5410" name="Text Box 2">
            <a:extLst>
              <a:ext uri="{FF2B5EF4-FFF2-40B4-BE49-F238E27FC236}">
                <a16:creationId xmlns:a16="http://schemas.microsoft.com/office/drawing/2014/main" id="{630713AC-200B-43F9-9414-8DF96E2B2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E99AF3EF-6A15-4712-84F6-AAC4CB40BDD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A224D78-1BA5-4FA7-8C50-468C74D01B51}" type="slidenum">
              <a:rPr lang="en-AU" altLang="en-US"/>
              <a:pPr/>
              <a:t>59</a:t>
            </a:fld>
            <a:endParaRPr lang="en-AU" altLang="en-US"/>
          </a:p>
        </p:txBody>
      </p:sp>
      <p:sp>
        <p:nvSpPr>
          <p:cNvPr id="146433" name="Text Box 1">
            <a:extLst>
              <a:ext uri="{FF2B5EF4-FFF2-40B4-BE49-F238E27FC236}">
                <a16:creationId xmlns:a16="http://schemas.microsoft.com/office/drawing/2014/main" id="{82D16FBD-0512-4A7C-8A1A-10309AA52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67218D1D-79DE-43FD-891D-EC1EF9A6B47A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59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46434" name="Rectangle 2">
            <a:extLst>
              <a:ext uri="{FF2B5EF4-FFF2-40B4-BE49-F238E27FC236}">
                <a16:creationId xmlns:a16="http://schemas.microsoft.com/office/drawing/2014/main" id="{D895AB38-35A2-4E05-9E8F-4457E9A3687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6435" name="Text Box 3">
            <a:extLst>
              <a:ext uri="{FF2B5EF4-FFF2-40B4-BE49-F238E27FC236}">
                <a16:creationId xmlns:a16="http://schemas.microsoft.com/office/drawing/2014/main" id="{644A97A7-F299-408D-995E-117A24393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E2493F52-425D-4C61-85C1-AAC51EA6D20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EA66D3C-1FCC-42A5-8036-6E4957E29311}" type="slidenum">
              <a:rPr lang="en-AU" altLang="en-US"/>
              <a:pPr/>
              <a:t>60</a:t>
            </a:fld>
            <a:endParaRPr lang="en-AU" altLang="en-US"/>
          </a:p>
        </p:txBody>
      </p:sp>
      <p:sp>
        <p:nvSpPr>
          <p:cNvPr id="147457" name="Text Box 1">
            <a:extLst>
              <a:ext uri="{FF2B5EF4-FFF2-40B4-BE49-F238E27FC236}">
                <a16:creationId xmlns:a16="http://schemas.microsoft.com/office/drawing/2014/main" id="{0F60414D-2C0E-4F7F-A442-ED0AFC730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50297B52-52C3-4393-ACD3-2EB45389278C}" type="slidenum">
              <a:rPr lang="en-US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60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7458" name="Rectangle 2">
            <a:extLst>
              <a:ext uri="{FF2B5EF4-FFF2-40B4-BE49-F238E27FC236}">
                <a16:creationId xmlns:a16="http://schemas.microsoft.com/office/drawing/2014/main" id="{0AE9F507-ED94-42A7-9E33-47118FE9C9C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7459" name="Text Box 3">
            <a:extLst>
              <a:ext uri="{FF2B5EF4-FFF2-40B4-BE49-F238E27FC236}">
                <a16:creationId xmlns:a16="http://schemas.microsoft.com/office/drawing/2014/main" id="{1CE33E59-5699-40D9-B25C-653319736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1C4A25D8-C4D5-40ED-AFF0-F4415FE4E96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AD7A6E8-C7AF-4101-821C-A1CECC30EC9D}" type="slidenum">
              <a:rPr lang="en-AU" altLang="en-US"/>
              <a:pPr/>
              <a:t>61</a:t>
            </a:fld>
            <a:endParaRPr lang="en-AU" altLang="en-US"/>
          </a:p>
        </p:txBody>
      </p:sp>
      <p:sp>
        <p:nvSpPr>
          <p:cNvPr id="148481" name="Text Box 1">
            <a:extLst>
              <a:ext uri="{FF2B5EF4-FFF2-40B4-BE49-F238E27FC236}">
                <a16:creationId xmlns:a16="http://schemas.microsoft.com/office/drawing/2014/main" id="{F59AB2A8-3615-4A74-8D8F-8FA00F764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F00F5E43-8C35-4DC2-BDE8-A6ABC5CE7130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61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FB806B48-9E9F-4758-9AD1-A938012145B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8483" name="Text Box 3">
            <a:extLst>
              <a:ext uri="{FF2B5EF4-FFF2-40B4-BE49-F238E27FC236}">
                <a16:creationId xmlns:a16="http://schemas.microsoft.com/office/drawing/2014/main" id="{64F0F286-6666-487F-8D9F-4255756EE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51B02620-DCA0-4A6E-873A-97FEB73CB76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FB9D83C-4BBB-47BE-8104-49F9EE45E540}" type="slidenum">
              <a:rPr lang="en-AU" altLang="en-US"/>
              <a:pPr/>
              <a:t>62</a:t>
            </a:fld>
            <a:endParaRPr lang="en-AU" altLang="en-US"/>
          </a:p>
        </p:txBody>
      </p:sp>
      <p:sp>
        <p:nvSpPr>
          <p:cNvPr id="149505" name="Text Box 1">
            <a:extLst>
              <a:ext uri="{FF2B5EF4-FFF2-40B4-BE49-F238E27FC236}">
                <a16:creationId xmlns:a16="http://schemas.microsoft.com/office/drawing/2014/main" id="{991577C2-254A-4045-9D0A-B3419BFB7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506" name="Rectangle 2">
            <a:extLst>
              <a:ext uri="{FF2B5EF4-FFF2-40B4-BE49-F238E27FC236}">
                <a16:creationId xmlns:a16="http://schemas.microsoft.com/office/drawing/2014/main" id="{56594B7B-02B8-43A3-AA32-B8495CE5385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38238" y="7207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89A90160-6DF4-40F3-B52E-67F51D84118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9B935B5-E63C-4522-A4EC-5F6CEC0954AC}" type="slidenum">
              <a:rPr lang="en-AU" altLang="en-US"/>
              <a:pPr/>
              <a:t>63</a:t>
            </a:fld>
            <a:endParaRPr lang="en-AU" altLang="en-US"/>
          </a:p>
        </p:txBody>
      </p:sp>
      <p:sp>
        <p:nvSpPr>
          <p:cNvPr id="150529" name="Rectangle 1">
            <a:extLst>
              <a:ext uri="{FF2B5EF4-FFF2-40B4-BE49-F238E27FC236}">
                <a16:creationId xmlns:a16="http://schemas.microsoft.com/office/drawing/2014/main" id="{90D83403-8879-4C2C-9DCA-E9F1CAE9C3F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0530" name="Text Box 2">
            <a:extLst>
              <a:ext uri="{FF2B5EF4-FFF2-40B4-BE49-F238E27FC236}">
                <a16:creationId xmlns:a16="http://schemas.microsoft.com/office/drawing/2014/main" id="{464868EA-99AC-41F7-B233-8CC5EC198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3D4D8198-7CE3-4E0E-957C-5F2EEA45CBB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4010FF7-0AFC-4B23-A888-BFBEB12851DE}" type="slidenum">
              <a:rPr lang="en-AU" altLang="en-US"/>
              <a:pPr/>
              <a:t>64</a:t>
            </a:fld>
            <a:endParaRPr lang="en-AU" altLang="en-US"/>
          </a:p>
        </p:txBody>
      </p:sp>
      <p:sp>
        <p:nvSpPr>
          <p:cNvPr id="151553" name="Rectangle 1">
            <a:extLst>
              <a:ext uri="{FF2B5EF4-FFF2-40B4-BE49-F238E27FC236}">
                <a16:creationId xmlns:a16="http://schemas.microsoft.com/office/drawing/2014/main" id="{BCD7B71E-8928-460E-9865-22BC52ADEFA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1554" name="Text Box 2">
            <a:extLst>
              <a:ext uri="{FF2B5EF4-FFF2-40B4-BE49-F238E27FC236}">
                <a16:creationId xmlns:a16="http://schemas.microsoft.com/office/drawing/2014/main" id="{0A412A92-AF11-4A47-9B78-C5C80B838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969C2402-60C2-48C8-917D-869F67E2930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9E707E4-FEAC-48E5-8A06-736A71591D80}" type="slidenum">
              <a:rPr lang="en-AU" altLang="en-US"/>
              <a:pPr/>
              <a:t>65</a:t>
            </a:fld>
            <a:endParaRPr lang="en-AU" altLang="en-US"/>
          </a:p>
        </p:txBody>
      </p:sp>
      <p:sp>
        <p:nvSpPr>
          <p:cNvPr id="152577" name="Text Box 1">
            <a:extLst>
              <a:ext uri="{FF2B5EF4-FFF2-40B4-BE49-F238E27FC236}">
                <a16:creationId xmlns:a16="http://schemas.microsoft.com/office/drawing/2014/main" id="{AEA7AFB7-6772-4369-B769-5F66DB3E4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68BAF529-EFF6-489F-8EE2-E2AF937B12CA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65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ED3CD761-5B7D-4DBE-B8AD-3B7A2135BF6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2579" name="Text Box 3">
            <a:extLst>
              <a:ext uri="{FF2B5EF4-FFF2-40B4-BE49-F238E27FC236}">
                <a16:creationId xmlns:a16="http://schemas.microsoft.com/office/drawing/2014/main" id="{1F074327-ACCF-4AF9-B423-BCA92EA67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90479443-82CC-4532-8EE8-65308DBCF47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5377737-F1E7-4339-B59E-67FB5218BD46}" type="slidenum">
              <a:rPr lang="en-AU" altLang="en-US"/>
              <a:pPr/>
              <a:t>66</a:t>
            </a:fld>
            <a:endParaRPr lang="en-AU" altLang="en-US"/>
          </a:p>
        </p:txBody>
      </p:sp>
      <p:sp>
        <p:nvSpPr>
          <p:cNvPr id="153601" name="Rectangle 1">
            <a:extLst>
              <a:ext uri="{FF2B5EF4-FFF2-40B4-BE49-F238E27FC236}">
                <a16:creationId xmlns:a16="http://schemas.microsoft.com/office/drawing/2014/main" id="{295235A4-EC07-4298-A1B7-2D5501DF617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02" name="Text Box 2">
            <a:extLst>
              <a:ext uri="{FF2B5EF4-FFF2-40B4-BE49-F238E27FC236}">
                <a16:creationId xmlns:a16="http://schemas.microsoft.com/office/drawing/2014/main" id="{282DE0BC-8CAB-418A-8B2A-82C8D9BF7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A1E7B332-AA34-4CC2-95D7-DBB40384A1B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052C40B-3527-4090-A006-6508964434EC}" type="slidenum">
              <a:rPr lang="en-AU" altLang="en-US"/>
              <a:pPr/>
              <a:t>67</a:t>
            </a:fld>
            <a:endParaRPr lang="en-AU" altLang="en-US"/>
          </a:p>
        </p:txBody>
      </p:sp>
      <p:sp>
        <p:nvSpPr>
          <p:cNvPr id="154625" name="Rectangle 1">
            <a:extLst>
              <a:ext uri="{FF2B5EF4-FFF2-40B4-BE49-F238E27FC236}">
                <a16:creationId xmlns:a16="http://schemas.microsoft.com/office/drawing/2014/main" id="{3718B5BB-C4C4-44F9-B88F-FEB92930AE1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4626" name="Text Box 2">
            <a:extLst>
              <a:ext uri="{FF2B5EF4-FFF2-40B4-BE49-F238E27FC236}">
                <a16:creationId xmlns:a16="http://schemas.microsoft.com/office/drawing/2014/main" id="{B22CCDF6-16A9-4D0E-95E7-2AAB48B32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4489D38D-29EC-41D0-9CDD-AA5116DFE71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31F7CD5-F5AD-43B2-95AE-3CC9844DA3EA}" type="slidenum">
              <a:rPr lang="en-AU" altLang="en-US"/>
              <a:pPr/>
              <a:t>68</a:t>
            </a:fld>
            <a:endParaRPr lang="en-AU" altLang="en-US"/>
          </a:p>
        </p:txBody>
      </p:sp>
      <p:sp>
        <p:nvSpPr>
          <p:cNvPr id="155649" name="Rectangle 1">
            <a:extLst>
              <a:ext uri="{FF2B5EF4-FFF2-40B4-BE49-F238E27FC236}">
                <a16:creationId xmlns:a16="http://schemas.microsoft.com/office/drawing/2014/main" id="{5D62FE35-F278-4F8A-BBD3-5CC66C4B79A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5650" name="Text Box 2">
            <a:extLst>
              <a:ext uri="{FF2B5EF4-FFF2-40B4-BE49-F238E27FC236}">
                <a16:creationId xmlns:a16="http://schemas.microsoft.com/office/drawing/2014/main" id="{00D8B58E-3561-46A5-B24A-A4A3854B7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0BA707A5-CC91-4746-AC38-A3A34617B22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DBADB85-1F8C-4F39-818C-342DE7BC5A1A}" type="slidenum">
              <a:rPr lang="en-AU" altLang="en-US"/>
              <a:pPr/>
              <a:t>69</a:t>
            </a:fld>
            <a:endParaRPr lang="en-AU" altLang="en-US"/>
          </a:p>
        </p:txBody>
      </p:sp>
      <p:sp>
        <p:nvSpPr>
          <p:cNvPr id="156673" name="Rectangle 1">
            <a:extLst>
              <a:ext uri="{FF2B5EF4-FFF2-40B4-BE49-F238E27FC236}">
                <a16:creationId xmlns:a16="http://schemas.microsoft.com/office/drawing/2014/main" id="{2F9CAC1D-71A2-47D2-B8A5-A7352AC6313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6674" name="Text Box 2">
            <a:extLst>
              <a:ext uri="{FF2B5EF4-FFF2-40B4-BE49-F238E27FC236}">
                <a16:creationId xmlns:a16="http://schemas.microsoft.com/office/drawing/2014/main" id="{FA3C2C8D-10BA-40E3-B5EA-BA497A506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9F9C792A-FB1B-4315-948F-6B0B404CD4B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65798F6-9095-4050-8494-DB4E12A911C8}" type="slidenum">
              <a:rPr lang="en-AU" altLang="en-US"/>
              <a:pPr/>
              <a:t>70</a:t>
            </a:fld>
            <a:endParaRPr lang="en-AU" altLang="en-US"/>
          </a:p>
        </p:txBody>
      </p:sp>
      <p:sp>
        <p:nvSpPr>
          <p:cNvPr id="157697" name="Rectangle 1">
            <a:extLst>
              <a:ext uri="{FF2B5EF4-FFF2-40B4-BE49-F238E27FC236}">
                <a16:creationId xmlns:a16="http://schemas.microsoft.com/office/drawing/2014/main" id="{CA73DB08-20D7-47BC-B355-F5547EDC3FE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7698" name="Text Box 2">
            <a:extLst>
              <a:ext uri="{FF2B5EF4-FFF2-40B4-BE49-F238E27FC236}">
                <a16:creationId xmlns:a16="http://schemas.microsoft.com/office/drawing/2014/main" id="{1669C9BF-B84E-4F7C-90DF-087E5970D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A301BCF8-33B6-4023-B540-48579BC7C02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743ACDA-D7BA-4430-A07C-74D9EA9D3242}" type="slidenum">
              <a:rPr lang="en-AU" altLang="en-US"/>
              <a:pPr/>
              <a:t>71</a:t>
            </a:fld>
            <a:endParaRPr lang="en-AU" altLang="en-US"/>
          </a:p>
        </p:txBody>
      </p:sp>
      <p:sp>
        <p:nvSpPr>
          <p:cNvPr id="158721" name="Rectangle 1">
            <a:extLst>
              <a:ext uri="{FF2B5EF4-FFF2-40B4-BE49-F238E27FC236}">
                <a16:creationId xmlns:a16="http://schemas.microsoft.com/office/drawing/2014/main" id="{D42BDABD-30FB-4494-97E0-4B7871B4CE7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8722" name="Text Box 2">
            <a:extLst>
              <a:ext uri="{FF2B5EF4-FFF2-40B4-BE49-F238E27FC236}">
                <a16:creationId xmlns:a16="http://schemas.microsoft.com/office/drawing/2014/main" id="{7AD42D1A-AF6B-44EE-B4CB-6B7B85CAC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4EEBBC55-3F78-49FD-B8ED-F2DB0B41DF3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EC061AE-D40C-4357-887F-754A1C0C5CC6}" type="slidenum">
              <a:rPr lang="en-AU" altLang="en-US"/>
              <a:pPr/>
              <a:t>72</a:t>
            </a:fld>
            <a:endParaRPr lang="en-AU" altLang="en-US"/>
          </a:p>
        </p:txBody>
      </p:sp>
      <p:sp>
        <p:nvSpPr>
          <p:cNvPr id="159745" name="Rectangle 1">
            <a:extLst>
              <a:ext uri="{FF2B5EF4-FFF2-40B4-BE49-F238E27FC236}">
                <a16:creationId xmlns:a16="http://schemas.microsoft.com/office/drawing/2014/main" id="{DB3921D4-6594-4786-8E44-7584A7D189D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9746" name="Text Box 2">
            <a:extLst>
              <a:ext uri="{FF2B5EF4-FFF2-40B4-BE49-F238E27FC236}">
                <a16:creationId xmlns:a16="http://schemas.microsoft.com/office/drawing/2014/main" id="{A9232860-1B41-47FE-B8BD-0B767F7B4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804EF42C-4F4E-4332-9EE1-53F8025559A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602DB54-8945-4F29-8297-D2C034B17B1B}" type="slidenum">
              <a:rPr lang="en-AU" altLang="en-US"/>
              <a:pPr/>
              <a:t>73</a:t>
            </a:fld>
            <a:endParaRPr lang="en-AU" altLang="en-US"/>
          </a:p>
        </p:txBody>
      </p:sp>
      <p:sp>
        <p:nvSpPr>
          <p:cNvPr id="160769" name="Text Box 1">
            <a:extLst>
              <a:ext uri="{FF2B5EF4-FFF2-40B4-BE49-F238E27FC236}">
                <a16:creationId xmlns:a16="http://schemas.microsoft.com/office/drawing/2014/main" id="{E32FD080-B0A8-4E7A-94FE-D635143DF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17EE69D2-78F9-48FD-BFF1-0EB542697051}" type="slidenum">
              <a:rPr lang="en-AU" altLang="en-US" sz="1200">
                <a:latin typeface="Times New Roman" panose="02020603050405020304" pitchFamily="18" charset="0"/>
              </a:rPr>
              <a:pPr algn="r">
                <a:buClrTx/>
                <a:buFontTx/>
                <a:buNone/>
              </a:pPr>
              <a:t>73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60770" name="Rectangle 2">
            <a:extLst>
              <a:ext uri="{FF2B5EF4-FFF2-40B4-BE49-F238E27FC236}">
                <a16:creationId xmlns:a16="http://schemas.microsoft.com/office/drawing/2014/main" id="{6C8E4FC2-1728-4BB6-A59F-95CFAEC9E83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0771" name="Text Box 3">
            <a:extLst>
              <a:ext uri="{FF2B5EF4-FFF2-40B4-BE49-F238E27FC236}">
                <a16:creationId xmlns:a16="http://schemas.microsoft.com/office/drawing/2014/main" id="{EF709FB6-94ED-4861-AE85-95D27589D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US" sz="1200"/>
              <a:t>The One-Time Pad is an evolution of the Vernham cipher, which was invented by Gilbert Vernham in 1918, and used a long tape of random letters to encrypt the message. An Army Signal Corp officer, Joseph Mauborgne, proposed an improvement using a random key that was truly as long as the message, with no repetitions, which thus totally obscures the original message.</a:t>
            </a:r>
          </a:p>
          <a:p>
            <a:pPr>
              <a:spcBef>
                <a:spcPts val="450"/>
              </a:spcBef>
              <a:buClrTx/>
              <a:buFontTx/>
              <a:buNone/>
            </a:pPr>
            <a:endParaRPr lang="en-US" altLang="en-US" sz="1200"/>
          </a:p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US" sz="1200"/>
              <a:t>Since any plaintext can be mapped to any ciphertext given some key, there is simply no way to determine which plaintext corresponds to a specific instance of ciphertext.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2272C9BD-A39B-4A81-BBEA-F96169C98BD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41B9340-EC0B-4E39-BE0B-D878CE6E3B8A}" type="slidenum">
              <a:rPr lang="en-AU" altLang="en-US"/>
              <a:pPr/>
              <a:t>74</a:t>
            </a:fld>
            <a:endParaRPr lang="en-AU" altLang="en-US"/>
          </a:p>
        </p:txBody>
      </p:sp>
      <p:sp>
        <p:nvSpPr>
          <p:cNvPr id="161793" name="Rectangle 1">
            <a:extLst>
              <a:ext uri="{FF2B5EF4-FFF2-40B4-BE49-F238E27FC236}">
                <a16:creationId xmlns:a16="http://schemas.microsoft.com/office/drawing/2014/main" id="{96323573-984F-47DE-8922-1369ACCC1A1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1794" name="Text Box 2">
            <a:extLst>
              <a:ext uri="{FF2B5EF4-FFF2-40B4-BE49-F238E27FC236}">
                <a16:creationId xmlns:a16="http://schemas.microsoft.com/office/drawing/2014/main" id="{2205F56B-6584-4F97-B2E5-DDF8752F2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A63E78A5-D6AF-4ED6-9E6C-C578F216B2B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01F7201-F018-41AF-92B9-2F90F732891B}" type="slidenum">
              <a:rPr lang="en-AU" altLang="en-US"/>
              <a:pPr/>
              <a:t>75</a:t>
            </a:fld>
            <a:endParaRPr lang="en-AU" altLang="en-US"/>
          </a:p>
        </p:txBody>
      </p:sp>
      <p:sp>
        <p:nvSpPr>
          <p:cNvPr id="162817" name="Rectangle 1">
            <a:extLst>
              <a:ext uri="{FF2B5EF4-FFF2-40B4-BE49-F238E27FC236}">
                <a16:creationId xmlns:a16="http://schemas.microsoft.com/office/drawing/2014/main" id="{C4331AAF-D830-41DC-A16C-D12AD666745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2818" name="Text Box 2">
            <a:extLst>
              <a:ext uri="{FF2B5EF4-FFF2-40B4-BE49-F238E27FC236}">
                <a16:creationId xmlns:a16="http://schemas.microsoft.com/office/drawing/2014/main" id="{A3FA15E8-4652-44D3-83E1-4BA8E4F1D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5B7B9ADB-9FF6-464F-8776-C0A90856602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99AFD19-FCE9-44B7-A3F8-509394BED37B}" type="slidenum">
              <a:rPr lang="en-AU" altLang="en-US"/>
              <a:pPr/>
              <a:t>76</a:t>
            </a:fld>
            <a:endParaRPr lang="en-AU" altLang="en-US"/>
          </a:p>
        </p:txBody>
      </p:sp>
      <p:sp>
        <p:nvSpPr>
          <p:cNvPr id="163841" name="Rectangle 1">
            <a:extLst>
              <a:ext uri="{FF2B5EF4-FFF2-40B4-BE49-F238E27FC236}">
                <a16:creationId xmlns:a16="http://schemas.microsoft.com/office/drawing/2014/main" id="{177E2B3E-2882-493F-B17D-478DA81141A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3842" name="Text Box 2">
            <a:extLst>
              <a:ext uri="{FF2B5EF4-FFF2-40B4-BE49-F238E27FC236}">
                <a16:creationId xmlns:a16="http://schemas.microsoft.com/office/drawing/2014/main" id="{1C9C13D4-3CC2-4C3C-964A-F46B00DB7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ACD9E9A7-D57A-4100-BA0F-8EE5664EBB1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29FDAB0-6679-4AB3-99A8-C8549F03C51C}" type="slidenum">
              <a:rPr lang="en-AU" altLang="en-US"/>
              <a:pPr/>
              <a:t>77</a:t>
            </a:fld>
            <a:endParaRPr lang="en-AU" altLang="en-US"/>
          </a:p>
        </p:txBody>
      </p:sp>
      <p:sp>
        <p:nvSpPr>
          <p:cNvPr id="164865" name="Rectangle 1">
            <a:extLst>
              <a:ext uri="{FF2B5EF4-FFF2-40B4-BE49-F238E27FC236}">
                <a16:creationId xmlns:a16="http://schemas.microsoft.com/office/drawing/2014/main" id="{E3CA3DAB-40F3-4ADF-B36F-46DAD4003C8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4866" name="Text Box 2">
            <a:extLst>
              <a:ext uri="{FF2B5EF4-FFF2-40B4-BE49-F238E27FC236}">
                <a16:creationId xmlns:a16="http://schemas.microsoft.com/office/drawing/2014/main" id="{AA54EF4F-7239-43C0-AD6E-10130A24C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DB9476AE-C3B1-4454-918C-AA8F3E06B29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4363E96-C7A7-408E-B840-FC314952BFBA}" type="slidenum">
              <a:rPr lang="en-AU" altLang="en-US"/>
              <a:pPr/>
              <a:t>78</a:t>
            </a:fld>
            <a:endParaRPr lang="en-AU" altLang="en-US"/>
          </a:p>
        </p:txBody>
      </p:sp>
      <p:sp>
        <p:nvSpPr>
          <p:cNvPr id="165889" name="Rectangle 1">
            <a:extLst>
              <a:ext uri="{FF2B5EF4-FFF2-40B4-BE49-F238E27FC236}">
                <a16:creationId xmlns:a16="http://schemas.microsoft.com/office/drawing/2014/main" id="{0705ADE8-EAF2-4887-90A2-1C0DD8EF236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5890" name="Text Box 2">
            <a:extLst>
              <a:ext uri="{FF2B5EF4-FFF2-40B4-BE49-F238E27FC236}">
                <a16:creationId xmlns:a16="http://schemas.microsoft.com/office/drawing/2014/main" id="{6AA28BAD-99E4-492B-AEBF-E7D61BC52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5CFDE18B-AACA-42AC-AF44-C47DF85F04C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92398F6-4865-41DD-B958-CD40409B7771}" type="slidenum">
              <a:rPr lang="en-AU" altLang="en-US"/>
              <a:pPr/>
              <a:t>79</a:t>
            </a:fld>
            <a:endParaRPr lang="en-AU" altLang="en-US"/>
          </a:p>
        </p:txBody>
      </p:sp>
      <p:sp>
        <p:nvSpPr>
          <p:cNvPr id="166913" name="Rectangle 1">
            <a:extLst>
              <a:ext uri="{FF2B5EF4-FFF2-40B4-BE49-F238E27FC236}">
                <a16:creationId xmlns:a16="http://schemas.microsoft.com/office/drawing/2014/main" id="{78742FE4-C872-45F7-80F9-37E3AAD9F06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6914" name="Text Box 2">
            <a:extLst>
              <a:ext uri="{FF2B5EF4-FFF2-40B4-BE49-F238E27FC236}">
                <a16:creationId xmlns:a16="http://schemas.microsoft.com/office/drawing/2014/main" id="{EBE3775D-1E58-4DC7-8424-237244A30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39D8-ECD5-42D5-8C71-808A6799D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6E312-BEBE-442D-844C-DC5E51064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DDB17-4F59-438B-A523-D36B3917AB9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C37E7327-9441-4488-AC29-9285E364AE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76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B2DD-363C-4054-8A5F-BF4FB348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D41D3-00BC-40F1-864E-6A7260ED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37D4E-7D51-43F4-9320-1F369EB7EA6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6060C38-6DB2-4945-9906-D48AFF94E2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734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F77F-320D-4013-9A45-711CEE54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ACBFF-20CA-4F3D-8A29-E0929FCCE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9F43D-21EA-4979-9C1A-AF2F89DBB6F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735BD36-9716-4DFA-ABB9-F233390B5B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173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C690-B741-494F-9765-D530BBD46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A407-9142-429C-B288-6E8056710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731838"/>
            <a:ext cx="3121025" cy="3470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3CC24-E44F-4649-94C6-0BEAE7026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6425" y="731838"/>
            <a:ext cx="3122613" cy="3470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7988C-158D-4B10-B497-D78DD8043DE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612BED8-89EC-44F8-A6E3-B9853C306D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479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A63B-7053-414B-ADBA-C2B6D60E6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749F9-7FE3-4C95-9DF4-9FF975010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B9E86-130A-4D67-ABE5-4F6243E56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86498A-6734-4C5B-835D-B52FC082F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B98E7-931B-4164-B4BB-4243BAFB3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DFFF6-EFEC-46BC-85C1-C5B442D6A44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0B49B73-1667-4291-8CDE-F3D27DEE83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300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8A7F-7DF0-4F30-B33C-4A8B4864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BC57F1-7782-4804-99C8-865E1FC6483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CA29276-BFF6-41C0-9F44-CB1F712848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823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7B62EE-7530-47A6-B9CE-8D425BA63D0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EB94EA78-6E40-4DD5-8053-69486866A6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472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70DC-625D-4EEF-83E8-96178A7E9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5647A-3D1B-4AEC-9BF2-412DA0BB4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23D36-DD1A-4BA3-B886-368A56C2C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63008-15A8-4EAA-B5C9-84D2C2318A3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625743D-85C0-4178-A02A-96249DDD6E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165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B32B5-72CB-4D77-AF50-811A027D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8632BE-56D2-482E-AE6F-35C75BE23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8EEB7-4C5F-4B89-8863-349DB201F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22D3D-B3DD-4D08-A5AC-0B8034FC61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804648D-96F1-43E9-9A9C-C6FC40CDD3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26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9E0A-15B0-4081-B1A2-4E0D7098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B0AB1-F4B7-4334-8728-DD869B40D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6631E-1DDC-4DC4-8242-BEFDCAD6136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9C9D2A5-85C5-49A5-9902-BAA2C7B369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431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34155-6DC9-43B6-86C1-3A8C91DB0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1925" y="731838"/>
            <a:ext cx="1789113" cy="477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F1875-CD84-482B-A982-56DA1F9A8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731838"/>
            <a:ext cx="5216525" cy="477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6B0CF-3A06-40AB-B82E-99C19ABE639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4C5541C-59EA-40AD-97DA-F9E78E1662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825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B950-8F0E-4D4D-AD9A-2FFC08225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2CD12-0F2A-471B-A725-1E33483F9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437A3-11B6-4986-959B-00BA952AA26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55329CA-ECEE-45C9-A737-F4DC018AAE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999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F0A8-560E-4D9F-9563-7974E84C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73E4E-8E23-46FB-A9F7-193739CE5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82B72-8D7B-4641-842D-C703123AA48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1AFC9D4-72B2-4EB0-9A5B-43CE684BCD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0113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6E4D-0FB1-455E-A6BC-B98803DA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E3918-50DC-46DD-A57A-FAF413309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01F26-6BE2-43D8-97ED-4C08DC2DCC5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65DFB21-C15E-4DB2-8681-20C9DB49D7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5945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686F-C7DA-4AE0-AD2A-654F9FE1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C1E23-D3C0-4F22-817D-720D2610D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731838"/>
            <a:ext cx="3121025" cy="3470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30CE1-16C5-4AB0-A7B6-3884B532E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6425" y="731838"/>
            <a:ext cx="3122613" cy="3470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E9A02-1657-4348-9996-5A496B743F8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C155EB64-F9F9-487C-AFFC-01C4DFA667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5317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0C6D-F758-4E64-9ED2-056BBB939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B010F-1D9A-4C85-98ED-C12AAEE42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AB3BE-1ADB-42F3-943A-9CB50DA1F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28B9F-7C32-4EAF-8D02-D8C2E0BA9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7924B-0373-4BB7-9646-9377A6FA31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C58E2-DE70-461F-9852-4BBF9A459AB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D992A0E-63D9-455F-B056-1DF5FE00A7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002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CDFEC-04F1-4C78-998D-87CE8C28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063959-E6B7-441D-A8B7-FE9041E0863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92B4AD5-4CC9-4125-8FD4-893D428CCC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257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0E1344-1D1D-493E-82A5-6DB23179F84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570F5AB-D366-4CBD-9F8A-42142E4069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7894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760F-5C95-4E67-AF76-627DFBC1C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75DFB-C703-4FFC-94D0-ED74CB4FE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72040-7C59-4424-A2A1-5614D9677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3FD8E-D5FA-4012-AB8A-A48AD98C65A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D058CC1-27B8-4F93-93E8-4224BC645F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778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66ED-0312-489B-83F6-339E64E5B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2592F1-9653-45FA-80B6-2BC52B9B1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12B7E-E179-4921-89E1-D78E938C8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DFFD96-D2B6-440F-A071-1E27A3406D9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3198C3D-AE53-46AB-99F6-3C0B7EE6EC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7149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A20B-9034-4CBC-800F-90C927B5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AB2B9-7132-4103-ACB9-AC9E67FD3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79716-5E08-47E4-96EB-A8820152903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1935DD2-43DA-4521-B005-F13699E48D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0677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662F11-E36D-4105-B73C-E91146613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1925" y="731838"/>
            <a:ext cx="1789113" cy="477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2FF41-8E3F-4166-B6FB-979723FDC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731838"/>
            <a:ext cx="5216525" cy="477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B6FA1-0D6E-4A69-8D03-879BFB7360A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3ECFE39-4E7F-4D43-A357-7E50D07ED7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21948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86FC-EA8E-4072-9CAE-E8B862A04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8A981-3E4D-4294-9388-5BB727036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82343-8788-48FF-88A5-8D0E456B5FA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CDA333CF-C548-4506-BBDB-DAB632EAC4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62538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BB750-5DD9-4A38-BE90-A6D665B1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58AA8-988D-44D0-9E05-19932B99F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A4A16-6ABD-497D-B469-261112194E7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9758F540-A8D3-48B1-B344-990FCBEEFE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7856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81B9-2B10-4CF4-8205-F75ADA718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DFD50-B253-4047-AC3C-0F923B1B2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A77C5-AEB7-481E-BDC2-C9C9D3D893F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BC144D72-CFD5-4AF5-922A-88BA21A45E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32040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FBA5C-03DA-46FF-BA46-3EF53654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F7EF6-F653-40CD-98EC-1073662D3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731838"/>
            <a:ext cx="3121025" cy="3470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268FC-09C5-4DCD-A297-CECC4B413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6425" y="731838"/>
            <a:ext cx="3122613" cy="3470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EBCA3-A28F-4C7F-BFE4-1FFB154F70C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1C66126-92B8-4671-ACF3-7303BA27B6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0333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EED8-7934-4510-9E87-D740ADD7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B5C10-066D-4512-936E-8C81297C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D41EB-7A67-4B3A-B350-B05B38A2C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3138B-B889-4619-BE18-5C8DAAE92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BA84E-43A3-4757-B337-4DA65E06C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AE056-F07E-4CE4-9F9A-6B0B0868174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E35778D4-A093-4215-88E8-388C683CE6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7740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481A-CF8F-41DB-9081-24BA0A4A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185F46-3EA6-4470-95C0-1C1BD90454B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2AAE372-A620-4ED8-99F9-D329854BFB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23015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D999E4-FB58-4F0F-9C1F-E4949D2B832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BD6EFF9E-AC4C-4517-B315-01903D8FDE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874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BB92-7D4D-4DC8-A4BE-819A7B415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14F49-40DD-4D82-BD6F-D556AC00E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67B16-0ACE-4402-A5C9-E6C1E1BB4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66234-9881-4230-9938-1F815D0E579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9318FCF-C2FE-4A40-8BA9-8D7D78FB19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8877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EFE42-F27E-4945-98F2-78AA3BC89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E12A0-3F3C-443C-8CE0-238C61FCBA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F17DA-A3B3-428B-9426-C66EA1C8B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124B8-80AE-4901-995B-2D4BF5D2259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3E8223C-BC45-4325-B6E4-C48E8E6D76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20644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FE51-8409-4636-85CC-5980D72FA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2E62B-E4C3-4F45-A992-0B50845AB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6E3EB-A55B-4010-AA5D-FEFCDA100F7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93DFD0A-5FE5-4CFA-B873-BF93163B32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26810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FD6549-E72A-4395-B193-1B152BFA9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1925" y="731838"/>
            <a:ext cx="1789113" cy="477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C1542-35A1-435B-89D7-146A70E26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731838"/>
            <a:ext cx="5216525" cy="477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EB639-CA07-4458-B0C9-4EEC28942C7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5BF9752-3689-416C-986B-7C05EBEA4E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42104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6E90-98D1-4464-983D-BC0B7378A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49864-60E0-4B2C-8F48-80FFB46D2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92526-0554-44F1-8051-A1C1DCD2079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EC26D5C-4A9D-4070-B934-F336984E8D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1644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EF67-F0EA-46D9-B628-B2407E70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6841-FCB6-4591-AF3B-955356FF0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0ACE0-E91E-4016-A8AD-2547CE0F52C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93A22C8E-FF2C-4DF4-8723-4F12DA2C96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6383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9515-8A84-4BA6-AB0C-A1F076C9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F7FBB-3178-4379-9DF8-FDC7F59B0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991E3-1040-4168-83B5-7435F8A53A5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E7B31354-36C5-42D1-8658-917DD23265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3357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3069-31A1-4E12-A643-33D3F535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C8FAC-6576-4D2F-ACAD-5648C58DD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731838"/>
            <a:ext cx="3121025" cy="3470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5CD4-ADFE-49C8-BEB6-9E2CA191E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6425" y="731838"/>
            <a:ext cx="3122613" cy="3470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144A7-F62A-4FE1-BF34-2422694EDC2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1FB59F7-E2D0-4B68-86FA-81FCAD4D5A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29686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07A1-9340-40CE-B7E4-774DD0831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A03A7-13B4-4878-8896-4A7FEADA7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17F82-3B1B-4247-8998-61B5A66C9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16ACF-1658-4980-9BA5-1682433F67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C2B30-5A4C-4D51-8C8B-2454DBCCF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9E471-4D33-42D9-A3F8-891918E95EA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A579909-E5E3-47CD-A1A1-C9D14BC7B3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5842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7112-EAF2-4E4A-9D73-16C6EC7C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17CFFE-0697-49C2-8F71-A779EA90E94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3990A186-BA3F-4AA3-9513-5FB4F3C61F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1278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9AD214-4B83-4A74-9DF0-634AFF42824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2A5C1A7-094A-4DF5-897A-6CB9B5AC4C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2826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A7D3-604C-4E9F-B9AF-8D102E6A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73151-19F2-4413-BC0A-7440E72CE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5D26-2730-45D5-8D30-DDB90F4FB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D59B5-8FF5-4FDA-A3FC-3B0B07811E3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EF49372-8655-4CB6-B02F-C498224E5D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25357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FE2BE-9B3F-428D-8E52-99995A67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A46EC-0152-4917-9E1D-7CEE38162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7092E-FD02-4902-A095-BA58085DB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32387-A687-4354-B242-9A54884853F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7FBFB52-20E4-40FE-BD47-4FD6E80091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6394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5A8B-D71E-4443-9A9F-D141DA3A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9F92B-D806-47F4-B134-A1F19FCB9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68CDA-F6D8-48E9-9BA4-E48EEBE1C0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9CE863E3-4586-4F06-9AF2-6D9313806C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2419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89A47F-E519-47E4-9C07-9978A15139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1925" y="731838"/>
            <a:ext cx="1789113" cy="477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A29CA-909D-4443-A3B8-C1188B147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731838"/>
            <a:ext cx="5216525" cy="477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F5A71-10EB-4A1A-84B3-D13468064A8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54D71D5-058F-40CC-8382-C0AA5EA648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87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18" Type="http://schemas.openxmlformats.org/officeDocument/2006/relationships/image" Target="../media/image9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9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" name="Group 1">
            <a:extLst>
              <a:ext uri="{FF2B5EF4-FFF2-40B4-BE49-F238E27FC236}">
                <a16:creationId xmlns:a16="http://schemas.microsoft.com/office/drawing/2014/main" id="{E269C234-F0F6-4FDC-A254-70BECF5B0B0D}"/>
              </a:ext>
            </a:extLst>
          </p:cNvPr>
          <p:cNvGrpSpPr>
            <a:grpSpLocks/>
          </p:cNvGrpSpPr>
          <p:nvPr/>
        </p:nvGrpSpPr>
        <p:grpSpPr bwMode="auto">
          <a:xfrm>
            <a:off x="0" y="5108575"/>
            <a:ext cx="9139238" cy="1744663"/>
            <a:chOff x="0" y="3218"/>
            <a:chExt cx="5757" cy="1099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81E65A3-D5DC-4B7E-BB73-17671EDD74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219"/>
              <a:ext cx="5757" cy="1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7" name="Text Box 3">
              <a:extLst>
                <a:ext uri="{FF2B5EF4-FFF2-40B4-BE49-F238E27FC236}">
                  <a16:creationId xmlns:a16="http://schemas.microsoft.com/office/drawing/2014/main" id="{32B6AF42-16CC-472E-A602-F9EC64824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218"/>
              <a:ext cx="5757" cy="1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DC61B763-C369-4AA2-B0FD-C4011A00828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39238" cy="5103813"/>
            <a:chOff x="0" y="0"/>
            <a:chExt cx="5757" cy="3215"/>
          </a:xfrm>
        </p:grpSpPr>
        <p:pic>
          <p:nvPicPr>
            <p:cNvPr id="1029" name="Picture 5">
              <a:extLst>
                <a:ext uri="{FF2B5EF4-FFF2-40B4-BE49-F238E27FC236}">
                  <a16:creationId xmlns:a16="http://schemas.microsoft.com/office/drawing/2014/main" id="{562FF964-62DE-43CC-B4D3-93B35A7FF3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57" cy="3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30" name="Text Box 6">
              <a:extLst>
                <a:ext uri="{FF2B5EF4-FFF2-40B4-BE49-F238E27FC236}">
                  <a16:creationId xmlns:a16="http://schemas.microsoft.com/office/drawing/2014/main" id="{9ED3147C-B420-4809-9980-AF68C4202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757" cy="3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1" name="Rectangle 7">
            <a:extLst>
              <a:ext uri="{FF2B5EF4-FFF2-40B4-BE49-F238E27FC236}">
                <a16:creationId xmlns:a16="http://schemas.microsoft.com/office/drawing/2014/main" id="{97EE94A0-8D7B-4D03-A985-29D249343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68725"/>
            <a:ext cx="9144000" cy="228600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63EE2BA3-65E1-4847-AFD6-C9E204339C54}"/>
              </a:ext>
            </a:extLst>
          </p:cNvPr>
          <p:cNvGrpSpPr>
            <a:grpSpLocks/>
          </p:cNvGrpSpPr>
          <p:nvPr/>
        </p:nvGrpSpPr>
        <p:grpSpPr bwMode="auto">
          <a:xfrm>
            <a:off x="0" y="1603375"/>
            <a:ext cx="9139238" cy="5097463"/>
            <a:chOff x="0" y="1010"/>
            <a:chExt cx="5757" cy="3211"/>
          </a:xfrm>
        </p:grpSpPr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2335267F-D050-4AB3-AD26-351D2DADAD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10"/>
              <a:ext cx="5757" cy="3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34" name="Text Box 10">
              <a:extLst>
                <a:ext uri="{FF2B5EF4-FFF2-40B4-BE49-F238E27FC236}">
                  <a16:creationId xmlns:a16="http://schemas.microsoft.com/office/drawing/2014/main" id="{4D9F43BA-C6B1-4E68-AF98-4E7742EF8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1479"/>
              <a:ext cx="4069" cy="2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5" name="Rectangle 11">
            <a:extLst>
              <a:ext uri="{FF2B5EF4-FFF2-40B4-BE49-F238E27FC236}">
                <a16:creationId xmlns:a16="http://schemas.microsoft.com/office/drawing/2014/main" id="{D38AF514-BCEA-452E-9FC3-218B09D83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75" y="4371975"/>
            <a:ext cx="6507163" cy="1138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F0504E39-CFDC-4FEA-B5C1-6296C9924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731838"/>
            <a:ext cx="6396038" cy="347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  <p:sp>
        <p:nvSpPr>
          <p:cNvPr id="1037" name="Text Box 13">
            <a:extLst>
              <a:ext uri="{FF2B5EF4-FFF2-40B4-BE49-F238E27FC236}">
                <a16:creationId xmlns:a16="http://schemas.microsoft.com/office/drawing/2014/main" id="{45960DBB-07CB-4BFA-9C83-602E82B6A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172200"/>
            <a:ext cx="2514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8" name="Text Box 14">
            <a:extLst>
              <a:ext uri="{FF2B5EF4-FFF2-40B4-BE49-F238E27FC236}">
                <a16:creationId xmlns:a16="http://schemas.microsoft.com/office/drawing/2014/main" id="{AC6631D7-7F52-4644-A6D0-F7A2E65EE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3352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9" name="Rectangle 15">
            <a:extLst>
              <a:ext uri="{FF2B5EF4-FFF2-40B4-BE49-F238E27FC236}">
                <a16:creationId xmlns:a16="http://schemas.microsoft.com/office/drawing/2014/main" id="{8F9A8823-B871-491C-8FDA-A7D03019756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10000" y="6172200"/>
            <a:ext cx="1824038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CE3A53F3-2107-4238-824C-EF9C54181FD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2pPr>
      <a:lvl3pPr marL="11430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3pPr>
      <a:lvl4pPr marL="16002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4pPr>
      <a:lvl5pPr marL="20574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5pPr>
      <a:lvl6pPr marL="25146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6pPr>
      <a:lvl7pPr marL="29718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7pPr>
      <a:lvl8pPr marL="34290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8pPr>
      <a:lvl9pPr marL="38862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9pPr>
    </p:titleStyle>
    <p:bodyStyle>
      <a:lvl1pPr marL="342900" indent="-342900" algn="l" defTabSz="449263" rtl="0" fontAlgn="base">
        <a:spcBef>
          <a:spcPts val="5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49263" rtl="0" fontAlgn="base">
        <a:spcBef>
          <a:spcPts val="50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49263" rtl="0" fontAlgn="base">
        <a:spcBef>
          <a:spcPts val="4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49263" rtl="0" fontAlgn="base">
        <a:spcBef>
          <a:spcPts val="40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49263" rtl="0" fontAlgn="base">
        <a:spcBef>
          <a:spcPts val="3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9" name="Group 1">
            <a:extLst>
              <a:ext uri="{FF2B5EF4-FFF2-40B4-BE49-F238E27FC236}">
                <a16:creationId xmlns:a16="http://schemas.microsoft.com/office/drawing/2014/main" id="{C75C2590-0E16-4D6A-BAD7-9F9340993832}"/>
              </a:ext>
            </a:extLst>
          </p:cNvPr>
          <p:cNvGrpSpPr>
            <a:grpSpLocks/>
          </p:cNvGrpSpPr>
          <p:nvPr/>
        </p:nvGrpSpPr>
        <p:grpSpPr bwMode="auto">
          <a:xfrm>
            <a:off x="0" y="3865563"/>
            <a:ext cx="9139238" cy="2987675"/>
            <a:chOff x="0" y="2435"/>
            <a:chExt cx="5757" cy="1882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31A11DC0-27AF-4074-B29B-D889C1256F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435"/>
              <a:ext cx="5757" cy="18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51" name="Text Box 3">
              <a:extLst>
                <a:ext uri="{FF2B5EF4-FFF2-40B4-BE49-F238E27FC236}">
                  <a16:creationId xmlns:a16="http://schemas.microsoft.com/office/drawing/2014/main" id="{3F0179C5-2DAF-4D82-8BA0-6BF91FC60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36"/>
              <a:ext cx="5757" cy="1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52" name="Group 4">
            <a:extLst>
              <a:ext uri="{FF2B5EF4-FFF2-40B4-BE49-F238E27FC236}">
                <a16:creationId xmlns:a16="http://schemas.microsoft.com/office/drawing/2014/main" id="{FB91E24E-D3DC-4CC2-B33F-B977E3066A5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39238" cy="3860800"/>
            <a:chOff x="0" y="0"/>
            <a:chExt cx="5757" cy="2432"/>
          </a:xfrm>
        </p:grpSpPr>
        <p:pic>
          <p:nvPicPr>
            <p:cNvPr id="2053" name="Picture 5">
              <a:extLst>
                <a:ext uri="{FF2B5EF4-FFF2-40B4-BE49-F238E27FC236}">
                  <a16:creationId xmlns:a16="http://schemas.microsoft.com/office/drawing/2014/main" id="{5E1B2F90-F3D6-4D16-9F88-A055F231E5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57" cy="2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54" name="Text Box 6">
              <a:extLst>
                <a:ext uri="{FF2B5EF4-FFF2-40B4-BE49-F238E27FC236}">
                  <a16:creationId xmlns:a16="http://schemas.microsoft.com/office/drawing/2014/main" id="{89D2C303-93D0-48DB-9AD9-11690B292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757" cy="2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5" name="Rectangle 7">
            <a:extLst>
              <a:ext uri="{FF2B5EF4-FFF2-40B4-BE49-F238E27FC236}">
                <a16:creationId xmlns:a16="http://schemas.microsoft.com/office/drawing/2014/main" id="{64F0A39A-C565-44E4-AC13-BD1EC92DA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52713"/>
            <a:ext cx="9144000" cy="228600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56" name="Group 8">
            <a:extLst>
              <a:ext uri="{FF2B5EF4-FFF2-40B4-BE49-F238E27FC236}">
                <a16:creationId xmlns:a16="http://schemas.microsoft.com/office/drawing/2014/main" id="{A02199C3-43AF-49AB-9CF5-4AFC16EFF2F8}"/>
              </a:ext>
            </a:extLst>
          </p:cNvPr>
          <p:cNvGrpSpPr>
            <a:grpSpLocks/>
          </p:cNvGrpSpPr>
          <p:nvPr/>
        </p:nvGrpSpPr>
        <p:grpSpPr bwMode="auto">
          <a:xfrm>
            <a:off x="0" y="1603375"/>
            <a:ext cx="9139238" cy="5097463"/>
            <a:chOff x="0" y="1010"/>
            <a:chExt cx="5757" cy="3211"/>
          </a:xfrm>
        </p:grpSpPr>
        <p:pic>
          <p:nvPicPr>
            <p:cNvPr id="2057" name="Picture 9">
              <a:extLst>
                <a:ext uri="{FF2B5EF4-FFF2-40B4-BE49-F238E27FC236}">
                  <a16:creationId xmlns:a16="http://schemas.microsoft.com/office/drawing/2014/main" id="{11B0E3C0-5A7A-4B4E-9595-95DD4961E2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10"/>
              <a:ext cx="5757" cy="3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58" name="Text Box 10">
              <a:extLst>
                <a:ext uri="{FF2B5EF4-FFF2-40B4-BE49-F238E27FC236}">
                  <a16:creationId xmlns:a16="http://schemas.microsoft.com/office/drawing/2014/main" id="{22BB28EE-77AF-4279-9FF4-56FB48D55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1479"/>
              <a:ext cx="4069" cy="2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9" name="Rectangle 11">
            <a:extLst>
              <a:ext uri="{FF2B5EF4-FFF2-40B4-BE49-F238E27FC236}">
                <a16:creationId xmlns:a16="http://schemas.microsoft.com/office/drawing/2014/main" id="{9F55E5C5-4DA4-406E-BE96-20DC3EF1D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75" y="4371975"/>
            <a:ext cx="6507163" cy="1138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C78CCC63-5C1A-42EE-8F60-1303BAE4E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731838"/>
            <a:ext cx="6396038" cy="347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  <p:sp>
        <p:nvSpPr>
          <p:cNvPr id="2061" name="Text Box 13">
            <a:extLst>
              <a:ext uri="{FF2B5EF4-FFF2-40B4-BE49-F238E27FC236}">
                <a16:creationId xmlns:a16="http://schemas.microsoft.com/office/drawing/2014/main" id="{D13ED4B7-02B1-4FE8-9F78-E454C6BCD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172200"/>
            <a:ext cx="2514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2" name="Text Box 14">
            <a:extLst>
              <a:ext uri="{FF2B5EF4-FFF2-40B4-BE49-F238E27FC236}">
                <a16:creationId xmlns:a16="http://schemas.microsoft.com/office/drawing/2014/main" id="{C1AEF5F2-2555-43FD-8D0F-2314D3140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3352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58F4023E-0505-44CB-A2F7-EDCFA5B9A7E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10000" y="6172200"/>
            <a:ext cx="1824038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>
              <a:buClrTx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 b="1">
                <a:solidFill>
                  <a:srgbClr val="7F7F7F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7A76D352-A144-49D3-9337-7AA157B607D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2pPr>
      <a:lvl3pPr marL="11430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3pPr>
      <a:lvl4pPr marL="16002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4pPr>
      <a:lvl5pPr marL="20574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5pPr>
      <a:lvl6pPr marL="25146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6pPr>
      <a:lvl7pPr marL="29718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7pPr>
      <a:lvl8pPr marL="34290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8pPr>
      <a:lvl9pPr marL="38862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9pPr>
    </p:titleStyle>
    <p:bodyStyle>
      <a:lvl1pPr marL="342900" indent="-342900" algn="l" defTabSz="449263" rtl="0" fontAlgn="base">
        <a:spcBef>
          <a:spcPts val="5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49263" rtl="0" fontAlgn="base">
        <a:spcBef>
          <a:spcPts val="50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49263" rtl="0" fontAlgn="base">
        <a:spcBef>
          <a:spcPts val="4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49263" rtl="0" fontAlgn="base">
        <a:spcBef>
          <a:spcPts val="40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49263" rtl="0" fontAlgn="base">
        <a:spcBef>
          <a:spcPts val="3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3" name="Group 1">
            <a:extLst>
              <a:ext uri="{FF2B5EF4-FFF2-40B4-BE49-F238E27FC236}">
                <a16:creationId xmlns:a16="http://schemas.microsoft.com/office/drawing/2014/main" id="{981C5E3B-1D94-4D3E-9B67-5E901EA28695}"/>
              </a:ext>
            </a:extLst>
          </p:cNvPr>
          <p:cNvGrpSpPr>
            <a:grpSpLocks/>
          </p:cNvGrpSpPr>
          <p:nvPr/>
        </p:nvGrpSpPr>
        <p:grpSpPr bwMode="auto">
          <a:xfrm>
            <a:off x="0" y="5108575"/>
            <a:ext cx="9139238" cy="1744663"/>
            <a:chOff x="0" y="3218"/>
            <a:chExt cx="5757" cy="1099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1D1DBBB-0348-46DD-9D16-92EB7AEE88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219"/>
              <a:ext cx="5757" cy="1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75" name="Text Box 3">
              <a:extLst>
                <a:ext uri="{FF2B5EF4-FFF2-40B4-BE49-F238E27FC236}">
                  <a16:creationId xmlns:a16="http://schemas.microsoft.com/office/drawing/2014/main" id="{0FF16341-3DA2-486F-86F4-5157306B6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218"/>
              <a:ext cx="5757" cy="1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6" name="Group 4">
            <a:extLst>
              <a:ext uri="{FF2B5EF4-FFF2-40B4-BE49-F238E27FC236}">
                <a16:creationId xmlns:a16="http://schemas.microsoft.com/office/drawing/2014/main" id="{CA5909A2-A146-4077-91EA-8E206054A48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39238" cy="5103813"/>
            <a:chOff x="0" y="0"/>
            <a:chExt cx="5757" cy="3215"/>
          </a:xfrm>
        </p:grpSpPr>
        <p:pic>
          <p:nvPicPr>
            <p:cNvPr id="3077" name="Picture 5">
              <a:extLst>
                <a:ext uri="{FF2B5EF4-FFF2-40B4-BE49-F238E27FC236}">
                  <a16:creationId xmlns:a16="http://schemas.microsoft.com/office/drawing/2014/main" id="{BE22F473-DE81-4194-9FD0-2C7E1D2CCB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57" cy="3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78" name="Text Box 6">
              <a:extLst>
                <a:ext uri="{FF2B5EF4-FFF2-40B4-BE49-F238E27FC236}">
                  <a16:creationId xmlns:a16="http://schemas.microsoft.com/office/drawing/2014/main" id="{5C2724C6-EE0A-440B-8517-96C683812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757" cy="3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79" name="Rectangle 7">
            <a:extLst>
              <a:ext uri="{FF2B5EF4-FFF2-40B4-BE49-F238E27FC236}">
                <a16:creationId xmlns:a16="http://schemas.microsoft.com/office/drawing/2014/main" id="{4A0F4C01-C8DE-4288-BA26-3CEC891A9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68725"/>
            <a:ext cx="9144000" cy="228600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80" name="Group 8">
            <a:extLst>
              <a:ext uri="{FF2B5EF4-FFF2-40B4-BE49-F238E27FC236}">
                <a16:creationId xmlns:a16="http://schemas.microsoft.com/office/drawing/2014/main" id="{4C1504AA-99C2-4F61-BF87-7ED71F45C629}"/>
              </a:ext>
            </a:extLst>
          </p:cNvPr>
          <p:cNvGrpSpPr>
            <a:grpSpLocks/>
          </p:cNvGrpSpPr>
          <p:nvPr/>
        </p:nvGrpSpPr>
        <p:grpSpPr bwMode="auto">
          <a:xfrm>
            <a:off x="0" y="1603375"/>
            <a:ext cx="9139238" cy="5097463"/>
            <a:chOff x="0" y="1010"/>
            <a:chExt cx="5757" cy="3211"/>
          </a:xfrm>
        </p:grpSpPr>
        <p:pic>
          <p:nvPicPr>
            <p:cNvPr id="3081" name="Picture 9">
              <a:extLst>
                <a:ext uri="{FF2B5EF4-FFF2-40B4-BE49-F238E27FC236}">
                  <a16:creationId xmlns:a16="http://schemas.microsoft.com/office/drawing/2014/main" id="{4FC5AAE9-255E-4170-9A3C-24D6960062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10"/>
              <a:ext cx="5757" cy="3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82" name="Text Box 10">
              <a:extLst>
                <a:ext uri="{FF2B5EF4-FFF2-40B4-BE49-F238E27FC236}">
                  <a16:creationId xmlns:a16="http://schemas.microsoft.com/office/drawing/2014/main" id="{F141378C-1B25-40E9-8A8C-6E4F057C7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1479"/>
              <a:ext cx="4069" cy="2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3" name="Group 11">
            <a:extLst>
              <a:ext uri="{FF2B5EF4-FFF2-40B4-BE49-F238E27FC236}">
                <a16:creationId xmlns:a16="http://schemas.microsoft.com/office/drawing/2014/main" id="{B7C64E0A-6113-490D-BC22-0DD2128B0246}"/>
              </a:ext>
            </a:extLst>
          </p:cNvPr>
          <p:cNvGrpSpPr>
            <a:grpSpLocks/>
          </p:cNvGrpSpPr>
          <p:nvPr/>
        </p:nvGrpSpPr>
        <p:grpSpPr bwMode="auto">
          <a:xfrm>
            <a:off x="0" y="3865563"/>
            <a:ext cx="9139238" cy="2987675"/>
            <a:chOff x="0" y="2435"/>
            <a:chExt cx="5757" cy="1882"/>
          </a:xfrm>
        </p:grpSpPr>
        <p:pic>
          <p:nvPicPr>
            <p:cNvPr id="3084" name="Picture 12">
              <a:extLst>
                <a:ext uri="{FF2B5EF4-FFF2-40B4-BE49-F238E27FC236}">
                  <a16:creationId xmlns:a16="http://schemas.microsoft.com/office/drawing/2014/main" id="{AF06A2A8-1E33-4BE1-9710-8851371853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435"/>
              <a:ext cx="5757" cy="18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85" name="Text Box 13">
              <a:extLst>
                <a:ext uri="{FF2B5EF4-FFF2-40B4-BE49-F238E27FC236}">
                  <a16:creationId xmlns:a16="http://schemas.microsoft.com/office/drawing/2014/main" id="{15F8F012-E69A-4101-8E1F-0FF5C0B3D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36"/>
              <a:ext cx="5757" cy="1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6" name="Group 14">
            <a:extLst>
              <a:ext uri="{FF2B5EF4-FFF2-40B4-BE49-F238E27FC236}">
                <a16:creationId xmlns:a16="http://schemas.microsoft.com/office/drawing/2014/main" id="{C634344B-EBD3-47D0-BAA8-9F6DA60CB51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39238" cy="3860800"/>
            <a:chOff x="0" y="0"/>
            <a:chExt cx="5757" cy="2432"/>
          </a:xfrm>
        </p:grpSpPr>
        <p:pic>
          <p:nvPicPr>
            <p:cNvPr id="3087" name="Picture 15">
              <a:extLst>
                <a:ext uri="{FF2B5EF4-FFF2-40B4-BE49-F238E27FC236}">
                  <a16:creationId xmlns:a16="http://schemas.microsoft.com/office/drawing/2014/main" id="{B13E9692-1DE1-4B66-B850-55CE0AA860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57" cy="2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88" name="Text Box 16">
              <a:extLst>
                <a:ext uri="{FF2B5EF4-FFF2-40B4-BE49-F238E27FC236}">
                  <a16:creationId xmlns:a16="http://schemas.microsoft.com/office/drawing/2014/main" id="{437CA716-FA39-497F-96E7-E26E0C112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757" cy="2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9" name="Rectangle 17">
            <a:extLst>
              <a:ext uri="{FF2B5EF4-FFF2-40B4-BE49-F238E27FC236}">
                <a16:creationId xmlns:a16="http://schemas.microsoft.com/office/drawing/2014/main" id="{77EA729A-39AC-4A2C-9A85-13F2B109D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52713"/>
            <a:ext cx="9144000" cy="228600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90" name="Group 18">
            <a:extLst>
              <a:ext uri="{FF2B5EF4-FFF2-40B4-BE49-F238E27FC236}">
                <a16:creationId xmlns:a16="http://schemas.microsoft.com/office/drawing/2014/main" id="{5508A8D5-5021-48BC-B1E9-AEA0CD9AB8C8}"/>
              </a:ext>
            </a:extLst>
          </p:cNvPr>
          <p:cNvGrpSpPr>
            <a:grpSpLocks/>
          </p:cNvGrpSpPr>
          <p:nvPr/>
        </p:nvGrpSpPr>
        <p:grpSpPr bwMode="auto">
          <a:xfrm>
            <a:off x="0" y="1603375"/>
            <a:ext cx="9139238" cy="5097463"/>
            <a:chOff x="0" y="1010"/>
            <a:chExt cx="5757" cy="3211"/>
          </a:xfrm>
        </p:grpSpPr>
        <p:pic>
          <p:nvPicPr>
            <p:cNvPr id="3091" name="Picture 19">
              <a:extLst>
                <a:ext uri="{FF2B5EF4-FFF2-40B4-BE49-F238E27FC236}">
                  <a16:creationId xmlns:a16="http://schemas.microsoft.com/office/drawing/2014/main" id="{546EEB40-6EDA-42AA-B680-3713E2CC5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10"/>
              <a:ext cx="5757" cy="3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92" name="Text Box 20">
              <a:extLst>
                <a:ext uri="{FF2B5EF4-FFF2-40B4-BE49-F238E27FC236}">
                  <a16:creationId xmlns:a16="http://schemas.microsoft.com/office/drawing/2014/main" id="{9B4AD26E-09AF-42CF-B0B7-C77CAAE4A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1479"/>
              <a:ext cx="4069" cy="2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93" name="Rectangle 21">
            <a:extLst>
              <a:ext uri="{FF2B5EF4-FFF2-40B4-BE49-F238E27FC236}">
                <a16:creationId xmlns:a16="http://schemas.microsoft.com/office/drawing/2014/main" id="{7BD6F178-F8F8-4B45-847B-C86CA5541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75" y="4371975"/>
            <a:ext cx="6507163" cy="1138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3094" name="Rectangle 22">
            <a:extLst>
              <a:ext uri="{FF2B5EF4-FFF2-40B4-BE49-F238E27FC236}">
                <a16:creationId xmlns:a16="http://schemas.microsoft.com/office/drawing/2014/main" id="{8C5415C7-6CEC-4000-9141-C3C6C1E003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731838"/>
            <a:ext cx="6396038" cy="347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  <p:sp>
        <p:nvSpPr>
          <p:cNvPr id="3095" name="Text Box 23">
            <a:extLst>
              <a:ext uri="{FF2B5EF4-FFF2-40B4-BE49-F238E27FC236}">
                <a16:creationId xmlns:a16="http://schemas.microsoft.com/office/drawing/2014/main" id="{DAA9DDBF-4426-47F0-B28B-BBE21D2D1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172200"/>
            <a:ext cx="2514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6" name="Text Box 24">
            <a:extLst>
              <a:ext uri="{FF2B5EF4-FFF2-40B4-BE49-F238E27FC236}">
                <a16:creationId xmlns:a16="http://schemas.microsoft.com/office/drawing/2014/main" id="{FCF46FA0-4DFB-486D-8FAE-3B5447D68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3352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7" name="Rectangle 25">
            <a:extLst>
              <a:ext uri="{FF2B5EF4-FFF2-40B4-BE49-F238E27FC236}">
                <a16:creationId xmlns:a16="http://schemas.microsoft.com/office/drawing/2014/main" id="{3F98CF62-C88A-4B66-A8EE-FF4EE3EED6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10000" y="6172200"/>
            <a:ext cx="1824038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>
              <a:buClrTx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 b="1">
                <a:solidFill>
                  <a:srgbClr val="7F7F7F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0411C48E-340D-4D6F-A151-D3D82668C16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2pPr>
      <a:lvl3pPr marL="11430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3pPr>
      <a:lvl4pPr marL="16002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4pPr>
      <a:lvl5pPr marL="20574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5pPr>
      <a:lvl6pPr marL="25146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6pPr>
      <a:lvl7pPr marL="29718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7pPr>
      <a:lvl8pPr marL="34290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8pPr>
      <a:lvl9pPr marL="38862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9pPr>
    </p:titleStyle>
    <p:bodyStyle>
      <a:lvl1pPr marL="342900" indent="-342900" algn="l" defTabSz="449263" rtl="0" fontAlgn="base">
        <a:spcBef>
          <a:spcPts val="5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49263" rtl="0" fontAlgn="base">
        <a:spcBef>
          <a:spcPts val="50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49263" rtl="0" fontAlgn="base">
        <a:spcBef>
          <a:spcPts val="4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49263" rtl="0" fontAlgn="base">
        <a:spcBef>
          <a:spcPts val="40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49263" rtl="0" fontAlgn="base">
        <a:spcBef>
          <a:spcPts val="3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7" name="Group 1">
            <a:extLst>
              <a:ext uri="{FF2B5EF4-FFF2-40B4-BE49-F238E27FC236}">
                <a16:creationId xmlns:a16="http://schemas.microsoft.com/office/drawing/2014/main" id="{D5445037-4E5C-422D-A0FA-B650364D1C8B}"/>
              </a:ext>
            </a:extLst>
          </p:cNvPr>
          <p:cNvGrpSpPr>
            <a:grpSpLocks/>
          </p:cNvGrpSpPr>
          <p:nvPr/>
        </p:nvGrpSpPr>
        <p:grpSpPr bwMode="auto">
          <a:xfrm>
            <a:off x="0" y="3865563"/>
            <a:ext cx="9139238" cy="2987675"/>
            <a:chOff x="0" y="2435"/>
            <a:chExt cx="5757" cy="1882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9B8D7E04-54EC-42B5-8680-A5362DBE1D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435"/>
              <a:ext cx="5757" cy="18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099" name="Text Box 3">
              <a:extLst>
                <a:ext uri="{FF2B5EF4-FFF2-40B4-BE49-F238E27FC236}">
                  <a16:creationId xmlns:a16="http://schemas.microsoft.com/office/drawing/2014/main" id="{2527A011-A453-44E1-A99C-C72E01078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36"/>
              <a:ext cx="5757" cy="1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0" name="Group 4">
            <a:extLst>
              <a:ext uri="{FF2B5EF4-FFF2-40B4-BE49-F238E27FC236}">
                <a16:creationId xmlns:a16="http://schemas.microsoft.com/office/drawing/2014/main" id="{C0C492D5-2087-44D5-817D-C0C570E7833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39238" cy="3860800"/>
            <a:chOff x="0" y="0"/>
            <a:chExt cx="5757" cy="2432"/>
          </a:xfrm>
        </p:grpSpPr>
        <p:pic>
          <p:nvPicPr>
            <p:cNvPr id="4101" name="Picture 5">
              <a:extLst>
                <a:ext uri="{FF2B5EF4-FFF2-40B4-BE49-F238E27FC236}">
                  <a16:creationId xmlns:a16="http://schemas.microsoft.com/office/drawing/2014/main" id="{1417CACF-1AA7-4E2F-A4FD-E66A7A5934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57" cy="2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102" name="Text Box 6">
              <a:extLst>
                <a:ext uri="{FF2B5EF4-FFF2-40B4-BE49-F238E27FC236}">
                  <a16:creationId xmlns:a16="http://schemas.microsoft.com/office/drawing/2014/main" id="{62DE1F8C-D009-4C49-9CA4-460074209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757" cy="2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3" name="Rectangle 7">
            <a:extLst>
              <a:ext uri="{FF2B5EF4-FFF2-40B4-BE49-F238E27FC236}">
                <a16:creationId xmlns:a16="http://schemas.microsoft.com/office/drawing/2014/main" id="{E9DC0C12-BC3C-46E1-AC06-A0A06CA31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52713"/>
            <a:ext cx="9144000" cy="228600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04" name="Group 8">
            <a:extLst>
              <a:ext uri="{FF2B5EF4-FFF2-40B4-BE49-F238E27FC236}">
                <a16:creationId xmlns:a16="http://schemas.microsoft.com/office/drawing/2014/main" id="{FB127369-4F4E-482A-8F5D-05966770E552}"/>
              </a:ext>
            </a:extLst>
          </p:cNvPr>
          <p:cNvGrpSpPr>
            <a:grpSpLocks/>
          </p:cNvGrpSpPr>
          <p:nvPr/>
        </p:nvGrpSpPr>
        <p:grpSpPr bwMode="auto">
          <a:xfrm>
            <a:off x="0" y="1603375"/>
            <a:ext cx="9139238" cy="5097463"/>
            <a:chOff x="0" y="1010"/>
            <a:chExt cx="5757" cy="3211"/>
          </a:xfrm>
        </p:grpSpPr>
        <p:pic>
          <p:nvPicPr>
            <p:cNvPr id="4105" name="Picture 9">
              <a:extLst>
                <a:ext uri="{FF2B5EF4-FFF2-40B4-BE49-F238E27FC236}">
                  <a16:creationId xmlns:a16="http://schemas.microsoft.com/office/drawing/2014/main" id="{A42EBBF5-55F6-4D8C-A4C0-EA9F4CF51B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10"/>
              <a:ext cx="5757" cy="3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106" name="Text Box 10">
              <a:extLst>
                <a:ext uri="{FF2B5EF4-FFF2-40B4-BE49-F238E27FC236}">
                  <a16:creationId xmlns:a16="http://schemas.microsoft.com/office/drawing/2014/main" id="{FC63DA49-9529-4561-891F-A43890891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1479"/>
              <a:ext cx="4069" cy="2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7" name="Rectangle 11">
            <a:extLst>
              <a:ext uri="{FF2B5EF4-FFF2-40B4-BE49-F238E27FC236}">
                <a16:creationId xmlns:a16="http://schemas.microsoft.com/office/drawing/2014/main" id="{CD978304-C73C-4466-BDE2-CC3491406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75" y="4371975"/>
            <a:ext cx="6507163" cy="1138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224A12EA-374F-43AB-A21C-E43B7F430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731838"/>
            <a:ext cx="6396038" cy="347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BFA6138F-42B0-4832-99BF-F80D42FA0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172200"/>
            <a:ext cx="2514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Text Box 14">
            <a:extLst>
              <a:ext uri="{FF2B5EF4-FFF2-40B4-BE49-F238E27FC236}">
                <a16:creationId xmlns:a16="http://schemas.microsoft.com/office/drawing/2014/main" id="{06DE1768-51AE-441E-85E7-85940AC8E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3352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6B457A78-1AA8-48F1-B846-6AE8060D798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10000" y="6172200"/>
            <a:ext cx="1824038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>
              <a:buClrTx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 b="1">
                <a:solidFill>
                  <a:srgbClr val="7F7F7F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DAC42FF6-4764-4978-9BC7-A44538C951C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2pPr>
      <a:lvl3pPr marL="11430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3pPr>
      <a:lvl4pPr marL="16002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4pPr>
      <a:lvl5pPr marL="20574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5pPr>
      <a:lvl6pPr marL="25146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6pPr>
      <a:lvl7pPr marL="29718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7pPr>
      <a:lvl8pPr marL="34290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8pPr>
      <a:lvl9pPr marL="3886200" indent="-228600" algn="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600" b="1">
          <a:solidFill>
            <a:srgbClr val="000000"/>
          </a:solidFill>
          <a:latin typeface="Trebuchet MS" panose="020B0603020202020204" pitchFamily="34" charset="0"/>
          <a:cs typeface="Noto Sans CJK SC Regular" charset="0"/>
        </a:defRPr>
      </a:lvl9pPr>
    </p:titleStyle>
    <p:bodyStyle>
      <a:lvl1pPr marL="342900" indent="-342900" algn="l" defTabSz="449263" rtl="0" fontAlgn="base">
        <a:spcBef>
          <a:spcPts val="5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49263" rtl="0" fontAlgn="base">
        <a:spcBef>
          <a:spcPts val="50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49263" rtl="0" fontAlgn="base">
        <a:spcBef>
          <a:spcPts val="4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49263" rtl="0" fontAlgn="base">
        <a:spcBef>
          <a:spcPts val="40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49263" rtl="0" fontAlgn="base">
        <a:spcBef>
          <a:spcPts val="350"/>
        </a:spcBef>
        <a:spcAft>
          <a:spcPts val="30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1.jpe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jpeg"/><Relationship Id="rId4" Type="http://schemas.openxmlformats.org/officeDocument/2006/relationships/image" Target="../media/image7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7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wmf"/><Relationship Id="rId4" Type="http://schemas.openxmlformats.org/officeDocument/2006/relationships/image" Target="../media/image7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jpeg"/><Relationship Id="rId4" Type="http://schemas.openxmlformats.org/officeDocument/2006/relationships/image" Target="../media/image8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>
            <a:extLst>
              <a:ext uri="{FF2B5EF4-FFF2-40B4-BE49-F238E27FC236}">
                <a16:creationId xmlns:a16="http://schemas.microsoft.com/office/drawing/2014/main" id="{DAD739B7-D53C-4669-9C46-E72E584D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>
            <a:extLst>
              <a:ext uri="{FF2B5EF4-FFF2-40B4-BE49-F238E27FC236}">
                <a16:creationId xmlns:a16="http://schemas.microsoft.com/office/drawing/2014/main" id="{29E9FC7E-6872-4F25-A24C-084EEEC59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93175" cy="674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1">
            <a:extLst>
              <a:ext uri="{FF2B5EF4-FFF2-40B4-BE49-F238E27FC236}">
                <a16:creationId xmlns:a16="http://schemas.microsoft.com/office/drawing/2014/main" id="{8136F729-CC2F-43EF-8807-88D8E939D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194" name="Text Box 2">
            <a:extLst>
              <a:ext uri="{FF2B5EF4-FFF2-40B4-BE49-F238E27FC236}">
                <a16:creationId xmlns:a16="http://schemas.microsoft.com/office/drawing/2014/main" id="{CFBBCEC3-7806-4E8E-A2BE-1EF06F911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0"/>
            <a:ext cx="259238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>
                <a:solidFill>
                  <a:srgbClr val="1D0C00"/>
                </a:solidFill>
              </a:rPr>
              <a:t>Rotor Machines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>
            <a:extLst>
              <a:ext uri="{FF2B5EF4-FFF2-40B4-BE49-F238E27FC236}">
                <a16:creationId xmlns:a16="http://schemas.microsoft.com/office/drawing/2014/main" id="{61586CB2-CB25-4421-B976-DB525DFA1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0BECB184-E4D9-41ED-8ED8-E51DA72CE320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4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02C5DC2-32C5-4629-A12E-2B649D241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-30163"/>
            <a:ext cx="6851650" cy="149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19" name="Picture 3">
            <a:extLst>
              <a:ext uri="{FF2B5EF4-FFF2-40B4-BE49-F238E27FC236}">
                <a16:creationId xmlns:a16="http://schemas.microsoft.com/office/drawing/2014/main" id="{BF7FF81E-9B95-4504-A4CF-5159B1627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00213"/>
            <a:ext cx="5327650" cy="420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">
            <a:extLst>
              <a:ext uri="{FF2B5EF4-FFF2-40B4-BE49-F238E27FC236}">
                <a16:creationId xmlns:a16="http://schemas.microsoft.com/office/drawing/2014/main" id="{D456CB10-16AD-40CD-8214-658752C53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304800"/>
            <a:ext cx="6778625" cy="150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42" name="Text Box 2">
            <a:extLst>
              <a:ext uri="{FF2B5EF4-FFF2-40B4-BE49-F238E27FC236}">
                <a16:creationId xmlns:a16="http://schemas.microsoft.com/office/drawing/2014/main" id="{41817D8C-D5E0-45FC-9070-3FF70403A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5791200" cy="483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  Enigma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Machine to encrypt German communications in WWII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Consisted of plug board, 3 rotors, and reflector board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Each implemented a substitution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Rotors shifted after each letter, so like Vigenere, but with period of about 16,900</a:t>
            </a:r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0A86BFD7-32FC-4FB5-AACF-73A8C0357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0" y="1447800"/>
            <a:ext cx="2794000" cy="372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>
            <a:extLst>
              <a:ext uri="{FF2B5EF4-FFF2-40B4-BE49-F238E27FC236}">
                <a16:creationId xmlns:a16="http://schemas.microsoft.com/office/drawing/2014/main" id="{EEAE3123-7F59-437E-8DCB-52D7D5F91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14A4B250-85FC-4DE0-81D3-4743D97A8B9D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6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C4AA086-C1E9-4388-BE9F-CF35AD44D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-176213"/>
            <a:ext cx="8186738" cy="149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267" name="Picture 3">
            <a:extLst>
              <a:ext uri="{FF2B5EF4-FFF2-40B4-BE49-F238E27FC236}">
                <a16:creationId xmlns:a16="http://schemas.microsoft.com/office/drawing/2014/main" id="{FDC21B9B-F643-4875-A068-9A40BBA03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412875"/>
            <a:ext cx="4419600" cy="528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>
            <a:extLst>
              <a:ext uri="{FF2B5EF4-FFF2-40B4-BE49-F238E27FC236}">
                <a16:creationId xmlns:a16="http://schemas.microsoft.com/office/drawing/2014/main" id="{E65989CD-1520-477F-99A2-7A0020D8D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1179513"/>
            <a:ext cx="3527425" cy="433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C986622E-0BCE-407D-A3D6-243502F23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76250"/>
            <a:ext cx="3240087" cy="576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1">
            <a:extLst>
              <a:ext uri="{FF2B5EF4-FFF2-40B4-BE49-F238E27FC236}">
                <a16:creationId xmlns:a16="http://schemas.microsoft.com/office/drawing/2014/main" id="{1676A5BE-3542-4908-A835-8F2FD00A7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0"/>
            <a:ext cx="8675687" cy="664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>
            <a:extLst>
              <a:ext uri="{FF2B5EF4-FFF2-40B4-BE49-F238E27FC236}">
                <a16:creationId xmlns:a16="http://schemas.microsoft.com/office/drawing/2014/main" id="{628EEF08-DE18-415F-B5E4-445F959E2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25538"/>
            <a:ext cx="8569325" cy="520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338" name="Text Box 2">
            <a:extLst>
              <a:ext uri="{FF2B5EF4-FFF2-40B4-BE49-F238E27FC236}">
                <a16:creationId xmlns:a16="http://schemas.microsoft.com/office/drawing/2014/main" id="{DC40B41B-5178-457C-A564-26EF683EF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8913"/>
            <a:ext cx="6335713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/>
              <a:t>Shift Cipher(Caesar Cipher)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1">
            <a:extLst>
              <a:ext uri="{FF2B5EF4-FFF2-40B4-BE49-F238E27FC236}">
                <a16:creationId xmlns:a16="http://schemas.microsoft.com/office/drawing/2014/main" id="{B7FBF6C2-7892-4FC9-AFD7-6AEC87E7F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765175"/>
            <a:ext cx="5905500" cy="591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62" name="Text Box 2">
            <a:extLst>
              <a:ext uri="{FF2B5EF4-FFF2-40B4-BE49-F238E27FC236}">
                <a16:creationId xmlns:a16="http://schemas.microsoft.com/office/drawing/2014/main" id="{0906EAA3-A89D-4DFE-8DCC-66B9E7452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88931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/>
              <a:t>Brute Force Cryptanalysis of Caesar Cipher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1">
            <a:extLst>
              <a:ext uri="{FF2B5EF4-FFF2-40B4-BE49-F238E27FC236}">
                <a16:creationId xmlns:a16="http://schemas.microsoft.com/office/drawing/2014/main" id="{6079E39C-28BA-4BA2-95B8-0310E694C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642350" cy="640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">
            <a:extLst>
              <a:ext uri="{FF2B5EF4-FFF2-40B4-BE49-F238E27FC236}">
                <a16:creationId xmlns:a16="http://schemas.microsoft.com/office/drawing/2014/main" id="{2A34E1A0-6A63-435E-8EAA-6DFC5CA34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92100"/>
            <a:ext cx="7278688" cy="149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434" name="Text Box 2">
            <a:extLst>
              <a:ext uri="{FF2B5EF4-FFF2-40B4-BE49-F238E27FC236}">
                <a16:creationId xmlns:a16="http://schemas.microsoft.com/office/drawing/2014/main" id="{3F67ADB1-F0C3-4812-AF44-12AAAE019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81075"/>
            <a:ext cx="8748712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7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  <a:ea typeface="SimSun" panose="02010600030101010101" pitchFamily="2" charset="-122"/>
              </a:rPr>
              <a:t>invented by Wheatstone on 26 March 1854,but it was promoted by Playfair</a:t>
            </a:r>
          </a:p>
          <a:p>
            <a:pPr>
              <a:spcBef>
                <a:spcPts val="7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One approach to improving security is to </a:t>
            </a:r>
            <a:r>
              <a:rPr lang="en-AU" altLang="en-US" sz="2800">
                <a:solidFill>
                  <a:srgbClr val="FF0000"/>
                </a:solidFill>
                <a:latin typeface="Trebuchet MS" panose="020B0603020202020204" pitchFamily="34" charset="0"/>
              </a:rPr>
              <a:t>encrypt multiple letters at a time.</a:t>
            </a:r>
          </a:p>
          <a:p>
            <a:pPr>
              <a:spcBef>
                <a:spcPts val="7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Invented by Charles Wheatstone in 1854, but named after his friend Baron Playfair</a:t>
            </a:r>
          </a:p>
          <a:p>
            <a:pPr marL="228600" indent="-177800">
              <a:spcBef>
                <a:spcPts val="70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  <a:ea typeface="SimSun" panose="02010600030101010101" pitchFamily="2" charset="-122"/>
              </a:rPr>
              <a:t> </a:t>
            </a:r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id="{82B54561-201F-4F16-BFF5-A7D2D3E60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8" y="3886200"/>
            <a:ext cx="23558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8436" name="Group 4">
            <a:extLst>
              <a:ext uri="{FF2B5EF4-FFF2-40B4-BE49-F238E27FC236}">
                <a16:creationId xmlns:a16="http://schemas.microsoft.com/office/drawing/2014/main" id="{ABE2FE5D-D13A-4FB2-8880-073EF8C69A29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5791200"/>
          <a:ext cx="2519363" cy="546100"/>
        </p:xfrm>
        <a:graphic>
          <a:graphicData uri="http://schemas.openxmlformats.org/drawingml/2006/table">
            <a:tbl>
              <a:tblPr/>
              <a:tblGrid>
                <a:gridCol w="2519363">
                  <a:extLst>
                    <a:ext uri="{9D8B030D-6E8A-4147-A177-3AD203B41FA5}">
                      <a16:colId xmlns:a16="http://schemas.microsoft.com/office/drawing/2014/main" val="1229706741"/>
                    </a:ext>
                  </a:extLst>
                </a:gridCol>
              </a:tblGrid>
              <a:tr h="546100"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Verdana" panose="020B0604030504040204" pitchFamily="34" charset="0"/>
                          <a:ea typeface="SimSun" panose="02010600030101010101" pitchFamily="2" charset="-122"/>
                          <a:cs typeface="Noto Sans CJK SC Regular" charset="0"/>
                        </a:rPr>
                        <a:t>Lord Playfair</a:t>
                      </a:r>
                    </a:p>
                  </a:txBody>
                  <a:tcPr marL="90000" marR="90000" marT="99051" horzOverflow="overflow">
                    <a:lnL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6543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1">
            <a:extLst>
              <a:ext uri="{FF2B5EF4-FFF2-40B4-BE49-F238E27FC236}">
                <a16:creationId xmlns:a16="http://schemas.microsoft.com/office/drawing/2014/main" id="{B2B33D08-50D9-43D0-9151-3165B4FD1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C2972FDD-5086-4BAD-82F7-305FA54D826E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14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1564023C-82AF-40EB-B3A9-1ECABFE34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950075" cy="218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459" name="Text Box 3">
            <a:extLst>
              <a:ext uri="{FF2B5EF4-FFF2-40B4-BE49-F238E27FC236}">
                <a16:creationId xmlns:a16="http://schemas.microsoft.com/office/drawing/2014/main" id="{DAEA7440-C233-4003-BF09-B72C96D9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76400"/>
            <a:ext cx="8458200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533400" indent="-528638">
              <a:tabLst>
                <a:tab pos="533400" algn="l"/>
                <a:tab pos="981075" algn="l"/>
                <a:tab pos="1430338" algn="l"/>
                <a:tab pos="1879600" algn="l"/>
                <a:tab pos="2328863" algn="l"/>
                <a:tab pos="2778125" algn="l"/>
                <a:tab pos="3227388" algn="l"/>
                <a:tab pos="3676650" algn="l"/>
                <a:tab pos="4125913" algn="l"/>
                <a:tab pos="4575175" algn="l"/>
                <a:tab pos="5024438" algn="l"/>
                <a:tab pos="5473700" algn="l"/>
                <a:tab pos="5922963" algn="l"/>
                <a:tab pos="6372225" algn="l"/>
                <a:tab pos="6821488" algn="l"/>
                <a:tab pos="7270750" algn="l"/>
                <a:tab pos="7720013" algn="l"/>
                <a:tab pos="8169275" algn="l"/>
                <a:tab pos="8618538" algn="l"/>
                <a:tab pos="9067800" algn="l"/>
                <a:tab pos="95170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909638" indent="-452438">
              <a:tabLst>
                <a:tab pos="533400" algn="l"/>
                <a:tab pos="981075" algn="l"/>
                <a:tab pos="1430338" algn="l"/>
                <a:tab pos="1879600" algn="l"/>
                <a:tab pos="2328863" algn="l"/>
                <a:tab pos="2778125" algn="l"/>
                <a:tab pos="3227388" algn="l"/>
                <a:tab pos="3676650" algn="l"/>
                <a:tab pos="4125913" algn="l"/>
                <a:tab pos="4575175" algn="l"/>
                <a:tab pos="5024438" algn="l"/>
                <a:tab pos="5473700" algn="l"/>
                <a:tab pos="5922963" algn="l"/>
                <a:tab pos="6372225" algn="l"/>
                <a:tab pos="6821488" algn="l"/>
                <a:tab pos="7270750" algn="l"/>
                <a:tab pos="7720013" algn="l"/>
                <a:tab pos="8169275" algn="l"/>
                <a:tab pos="8618538" algn="l"/>
                <a:tab pos="9067800" algn="l"/>
                <a:tab pos="95170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533400" algn="l"/>
                <a:tab pos="981075" algn="l"/>
                <a:tab pos="1430338" algn="l"/>
                <a:tab pos="1879600" algn="l"/>
                <a:tab pos="2328863" algn="l"/>
                <a:tab pos="2778125" algn="l"/>
                <a:tab pos="3227388" algn="l"/>
                <a:tab pos="3676650" algn="l"/>
                <a:tab pos="4125913" algn="l"/>
                <a:tab pos="4575175" algn="l"/>
                <a:tab pos="5024438" algn="l"/>
                <a:tab pos="5473700" algn="l"/>
                <a:tab pos="5922963" algn="l"/>
                <a:tab pos="6372225" algn="l"/>
                <a:tab pos="6821488" algn="l"/>
                <a:tab pos="7270750" algn="l"/>
                <a:tab pos="7720013" algn="l"/>
                <a:tab pos="8169275" algn="l"/>
                <a:tab pos="8618538" algn="l"/>
                <a:tab pos="9067800" algn="l"/>
                <a:tab pos="95170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533400" algn="l"/>
                <a:tab pos="981075" algn="l"/>
                <a:tab pos="1430338" algn="l"/>
                <a:tab pos="1879600" algn="l"/>
                <a:tab pos="2328863" algn="l"/>
                <a:tab pos="2778125" algn="l"/>
                <a:tab pos="3227388" algn="l"/>
                <a:tab pos="3676650" algn="l"/>
                <a:tab pos="4125913" algn="l"/>
                <a:tab pos="4575175" algn="l"/>
                <a:tab pos="5024438" algn="l"/>
                <a:tab pos="5473700" algn="l"/>
                <a:tab pos="5922963" algn="l"/>
                <a:tab pos="6372225" algn="l"/>
                <a:tab pos="6821488" algn="l"/>
                <a:tab pos="7270750" algn="l"/>
                <a:tab pos="7720013" algn="l"/>
                <a:tab pos="8169275" algn="l"/>
                <a:tab pos="8618538" algn="l"/>
                <a:tab pos="9067800" algn="l"/>
                <a:tab pos="95170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533400" algn="l"/>
                <a:tab pos="981075" algn="l"/>
                <a:tab pos="1430338" algn="l"/>
                <a:tab pos="1879600" algn="l"/>
                <a:tab pos="2328863" algn="l"/>
                <a:tab pos="2778125" algn="l"/>
                <a:tab pos="3227388" algn="l"/>
                <a:tab pos="3676650" algn="l"/>
                <a:tab pos="4125913" algn="l"/>
                <a:tab pos="4575175" algn="l"/>
                <a:tab pos="5024438" algn="l"/>
                <a:tab pos="5473700" algn="l"/>
                <a:tab pos="5922963" algn="l"/>
                <a:tab pos="6372225" algn="l"/>
                <a:tab pos="6821488" algn="l"/>
                <a:tab pos="7270750" algn="l"/>
                <a:tab pos="7720013" algn="l"/>
                <a:tab pos="8169275" algn="l"/>
                <a:tab pos="8618538" algn="l"/>
                <a:tab pos="9067800" algn="l"/>
                <a:tab pos="95170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33400" algn="l"/>
                <a:tab pos="981075" algn="l"/>
                <a:tab pos="1430338" algn="l"/>
                <a:tab pos="1879600" algn="l"/>
                <a:tab pos="2328863" algn="l"/>
                <a:tab pos="2778125" algn="l"/>
                <a:tab pos="3227388" algn="l"/>
                <a:tab pos="3676650" algn="l"/>
                <a:tab pos="4125913" algn="l"/>
                <a:tab pos="4575175" algn="l"/>
                <a:tab pos="5024438" algn="l"/>
                <a:tab pos="5473700" algn="l"/>
                <a:tab pos="5922963" algn="l"/>
                <a:tab pos="6372225" algn="l"/>
                <a:tab pos="6821488" algn="l"/>
                <a:tab pos="7270750" algn="l"/>
                <a:tab pos="7720013" algn="l"/>
                <a:tab pos="8169275" algn="l"/>
                <a:tab pos="8618538" algn="l"/>
                <a:tab pos="9067800" algn="l"/>
                <a:tab pos="95170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33400" algn="l"/>
                <a:tab pos="981075" algn="l"/>
                <a:tab pos="1430338" algn="l"/>
                <a:tab pos="1879600" algn="l"/>
                <a:tab pos="2328863" algn="l"/>
                <a:tab pos="2778125" algn="l"/>
                <a:tab pos="3227388" algn="l"/>
                <a:tab pos="3676650" algn="l"/>
                <a:tab pos="4125913" algn="l"/>
                <a:tab pos="4575175" algn="l"/>
                <a:tab pos="5024438" algn="l"/>
                <a:tab pos="5473700" algn="l"/>
                <a:tab pos="5922963" algn="l"/>
                <a:tab pos="6372225" algn="l"/>
                <a:tab pos="6821488" algn="l"/>
                <a:tab pos="7270750" algn="l"/>
                <a:tab pos="7720013" algn="l"/>
                <a:tab pos="8169275" algn="l"/>
                <a:tab pos="8618538" algn="l"/>
                <a:tab pos="9067800" algn="l"/>
                <a:tab pos="95170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33400" algn="l"/>
                <a:tab pos="981075" algn="l"/>
                <a:tab pos="1430338" algn="l"/>
                <a:tab pos="1879600" algn="l"/>
                <a:tab pos="2328863" algn="l"/>
                <a:tab pos="2778125" algn="l"/>
                <a:tab pos="3227388" algn="l"/>
                <a:tab pos="3676650" algn="l"/>
                <a:tab pos="4125913" algn="l"/>
                <a:tab pos="4575175" algn="l"/>
                <a:tab pos="5024438" algn="l"/>
                <a:tab pos="5473700" algn="l"/>
                <a:tab pos="5922963" algn="l"/>
                <a:tab pos="6372225" algn="l"/>
                <a:tab pos="6821488" algn="l"/>
                <a:tab pos="7270750" algn="l"/>
                <a:tab pos="7720013" algn="l"/>
                <a:tab pos="8169275" algn="l"/>
                <a:tab pos="8618538" algn="l"/>
                <a:tab pos="9067800" algn="l"/>
                <a:tab pos="95170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33400" algn="l"/>
                <a:tab pos="981075" algn="l"/>
                <a:tab pos="1430338" algn="l"/>
                <a:tab pos="1879600" algn="l"/>
                <a:tab pos="2328863" algn="l"/>
                <a:tab pos="2778125" algn="l"/>
                <a:tab pos="3227388" algn="l"/>
                <a:tab pos="3676650" algn="l"/>
                <a:tab pos="4125913" algn="l"/>
                <a:tab pos="4575175" algn="l"/>
                <a:tab pos="5024438" algn="l"/>
                <a:tab pos="5473700" algn="l"/>
                <a:tab pos="5922963" algn="l"/>
                <a:tab pos="6372225" algn="l"/>
                <a:tab pos="6821488" algn="l"/>
                <a:tab pos="7270750" algn="l"/>
                <a:tab pos="7720013" algn="l"/>
                <a:tab pos="8169275" algn="l"/>
                <a:tab pos="8618538" algn="l"/>
                <a:tab pos="9067800" algn="l"/>
                <a:tab pos="95170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   Plaintext is encrypted two letters at a time. 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en-AU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If a pair is a repeated letter, insert filler like 'X’.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en-AU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If both letters fall in the same row, replace each with the letter to its right (circularly). 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en-AU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If both letters fall in the same column, replace each with the letter below it (circularly).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en-AU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Otherwise, each letter is replaced by the letter in the same row but in the column of the other letter of the pair.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1">
            <a:extLst>
              <a:ext uri="{FF2B5EF4-FFF2-40B4-BE49-F238E27FC236}">
                <a16:creationId xmlns:a16="http://schemas.microsoft.com/office/drawing/2014/main" id="{BD69BC21-BBE1-41C0-9006-3463D3F54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1">
            <a:extLst>
              <a:ext uri="{FF2B5EF4-FFF2-40B4-BE49-F238E27FC236}">
                <a16:creationId xmlns:a16="http://schemas.microsoft.com/office/drawing/2014/main" id="{D09035A5-1FC5-4752-AED2-ED1C8A976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20713"/>
            <a:ext cx="7920037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">
            <a:extLst>
              <a:ext uri="{FF2B5EF4-FFF2-40B4-BE49-F238E27FC236}">
                <a16:creationId xmlns:a16="http://schemas.microsoft.com/office/drawing/2014/main" id="{E4918CB8-E5C0-48DA-9208-445794866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33375"/>
            <a:ext cx="7488237" cy="604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Picture 1">
            <a:extLst>
              <a:ext uri="{FF2B5EF4-FFF2-40B4-BE49-F238E27FC236}">
                <a16:creationId xmlns:a16="http://schemas.microsoft.com/office/drawing/2014/main" id="{9D455A24-29EF-4592-9A6A-963B6194C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8913"/>
            <a:ext cx="8351838" cy="648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1">
            <a:extLst>
              <a:ext uri="{FF2B5EF4-FFF2-40B4-BE49-F238E27FC236}">
                <a16:creationId xmlns:a16="http://schemas.microsoft.com/office/drawing/2014/main" id="{D5C853CF-B903-4F59-BED0-8531AA423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88913"/>
            <a:ext cx="8351837" cy="619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1">
            <a:extLst>
              <a:ext uri="{FF2B5EF4-FFF2-40B4-BE49-F238E27FC236}">
                <a16:creationId xmlns:a16="http://schemas.microsoft.com/office/drawing/2014/main" id="{9057DFD0-3CF6-4A3E-9558-64590353E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505BD207-0A8D-4098-84B0-51308D91FA0E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20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2245F75F-0CEC-419F-BF01-0D49ED900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961187" cy="218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603" name="Text Box 3">
            <a:extLst>
              <a:ext uri="{FF2B5EF4-FFF2-40B4-BE49-F238E27FC236}">
                <a16:creationId xmlns:a16="http://schemas.microsoft.com/office/drawing/2014/main" id="{32AE41EA-E563-4838-A67F-0782F3536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7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Equivalent to a monoalphabetic cipher with an alphabet of 26 x 26 = 676 characters.</a:t>
            </a:r>
          </a:p>
          <a:p>
            <a:pPr marL="227013" indent="-179388">
              <a:lnSpc>
                <a:spcPct val="7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6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7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Security is much improved over the simple monoalphabetic cipher. </a:t>
            </a:r>
          </a:p>
          <a:p>
            <a:pPr marL="227013" indent="-179388">
              <a:lnSpc>
                <a:spcPct val="7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6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7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Was widely used for many decades</a:t>
            </a:r>
          </a:p>
          <a:p>
            <a:pPr lvl="1">
              <a:lnSpc>
                <a:spcPct val="70000"/>
              </a:lnSpc>
              <a:spcBef>
                <a:spcPts val="475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1900">
                <a:solidFill>
                  <a:srgbClr val="404040"/>
                </a:solidFill>
                <a:latin typeface="Trebuchet MS" panose="020B0603020202020204" pitchFamily="34" charset="0"/>
              </a:rPr>
              <a:t>eg. by US &amp; British military in WW1 and early WW2</a:t>
            </a:r>
          </a:p>
          <a:p>
            <a:pPr marL="546100" lvl="1">
              <a:lnSpc>
                <a:spcPct val="7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6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7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Once thought to be unbreakable.</a:t>
            </a:r>
          </a:p>
          <a:p>
            <a:pPr marL="227013" indent="-179388">
              <a:lnSpc>
                <a:spcPct val="7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6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7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Actually, it </a:t>
            </a:r>
            <a:r>
              <a:rPr lang="en-AU" altLang="en-US" sz="2200" b="1">
                <a:solidFill>
                  <a:srgbClr val="404040"/>
                </a:solidFill>
                <a:latin typeface="Trebuchet MS" panose="020B0603020202020204" pitchFamily="34" charset="0"/>
              </a:rPr>
              <a:t>can</a:t>
            </a: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be broken, because it still leaves some structure of plaintext intact.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A88CEDD0-A2D9-4A0D-A2A1-00B883F6A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64119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1">
            <a:extLst>
              <a:ext uri="{FF2B5EF4-FFF2-40B4-BE49-F238E27FC236}">
                <a16:creationId xmlns:a16="http://schemas.microsoft.com/office/drawing/2014/main" id="{4E5B7AC9-3069-48CD-A1E9-48ECE4BC4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888"/>
            <a:ext cx="9144000" cy="674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1">
            <a:extLst>
              <a:ext uri="{FF2B5EF4-FFF2-40B4-BE49-F238E27FC236}">
                <a16:creationId xmlns:a16="http://schemas.microsoft.com/office/drawing/2014/main" id="{9FC8103B-9F7E-4432-8719-473FFF221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38" y="908050"/>
            <a:ext cx="6480175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674" name="Text Box 2">
            <a:extLst>
              <a:ext uri="{FF2B5EF4-FFF2-40B4-BE49-F238E27FC236}">
                <a16:creationId xmlns:a16="http://schemas.microsoft.com/office/drawing/2014/main" id="{653ACED8-86A0-4309-9BFD-15F9210F6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260350"/>
            <a:ext cx="43211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/>
              <a:t>Polyalphabetic cipher(Vigenere cipher)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>
            <a:extLst>
              <a:ext uri="{FF2B5EF4-FFF2-40B4-BE49-F238E27FC236}">
                <a16:creationId xmlns:a16="http://schemas.microsoft.com/office/drawing/2014/main" id="{23DF73DC-6C16-481C-AF29-34170D24C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A75B3D0C-A92C-464B-8DE2-4C52D3918F04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24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29698" name="Picture 2">
            <a:extLst>
              <a:ext uri="{FF2B5EF4-FFF2-40B4-BE49-F238E27FC236}">
                <a16:creationId xmlns:a16="http://schemas.microsoft.com/office/drawing/2014/main" id="{FCF4248F-03AF-4061-A5B7-CA8992BAF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4078288"/>
            <a:ext cx="6956425" cy="218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699" name="Text Box 3">
            <a:extLst>
              <a:ext uri="{FF2B5EF4-FFF2-40B4-BE49-F238E27FC236}">
                <a16:creationId xmlns:a16="http://schemas.microsoft.com/office/drawing/2014/main" id="{FBD5854D-0B61-4497-9523-21400E383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7013" indent="-179388">
              <a:tabLst>
                <a:tab pos="227013" algn="l"/>
                <a:tab pos="674688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7688" indent="-177800">
              <a:tabLst>
                <a:tab pos="227013" algn="l"/>
                <a:tab pos="674688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7013" algn="l"/>
                <a:tab pos="674688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7013" algn="l"/>
                <a:tab pos="674688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7013" algn="l"/>
                <a:tab pos="674688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7013" algn="l"/>
                <a:tab pos="674688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7013" algn="l"/>
                <a:tab pos="674688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7013" algn="l"/>
                <a:tab pos="674688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7013" algn="l"/>
                <a:tab pos="674688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6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26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marL="223838" indent="-180975">
              <a:lnSpc>
                <a:spcPct val="90000"/>
              </a:lnSpc>
              <a:spcBef>
                <a:spcPts val="6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600">
                <a:solidFill>
                  <a:srgbClr val="404040"/>
                </a:solidFill>
                <a:latin typeface="Trebuchet MS" panose="020B0603020202020204" pitchFamily="34" charset="0"/>
              </a:rPr>
              <a:t>Keyword:  </a:t>
            </a:r>
            <a:r>
              <a:rPr lang="en-US" altLang="en-US" sz="2600" i="1">
                <a:solidFill>
                  <a:srgbClr val="404040"/>
                </a:solidFill>
                <a:latin typeface="Trebuchet MS" panose="020B0603020202020204" pitchFamily="34" charset="0"/>
              </a:rPr>
              <a:t>deceptive</a:t>
            </a:r>
          </a:p>
          <a:p>
            <a:pPr lvl="1"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key:         </a:t>
            </a: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d</a:t>
            </a:r>
            <a:r>
              <a:rPr lang="en-AU" altLang="en-US" sz="2200">
                <a:solidFill>
                  <a:srgbClr val="0070C0"/>
                </a:solidFill>
                <a:latin typeface="Courier New" panose="02070309020205020404" pitchFamily="49" charset="0"/>
              </a:rPr>
              <a:t>e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ceptive</a:t>
            </a: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d</a:t>
            </a:r>
            <a:r>
              <a:rPr lang="en-AU" altLang="en-US" sz="2200">
                <a:solidFill>
                  <a:srgbClr val="0070C0"/>
                </a:solidFill>
                <a:latin typeface="Courier New" panose="02070309020205020404" pitchFamily="49" charset="0"/>
              </a:rPr>
              <a:t>e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ceptive</a:t>
            </a: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d</a:t>
            </a:r>
            <a:r>
              <a:rPr lang="en-AU" altLang="en-US" sz="2200">
                <a:solidFill>
                  <a:srgbClr val="0070C0"/>
                </a:solidFill>
                <a:latin typeface="Courier New" panose="02070309020205020404" pitchFamily="49" charset="0"/>
              </a:rPr>
              <a:t>e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ceptive</a:t>
            </a:r>
          </a:p>
          <a:p>
            <a:pPr lvl="1"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plaintext: </a:t>
            </a: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w</a:t>
            </a:r>
            <a:r>
              <a:rPr lang="en-AU" altLang="en-US" sz="2200">
                <a:solidFill>
                  <a:srgbClr val="0070C0"/>
                </a:solidFill>
                <a:latin typeface="Courier New" panose="02070309020205020404" pitchFamily="49" charset="0"/>
              </a:rPr>
              <a:t>e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aredisc</a:t>
            </a: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o</a:t>
            </a:r>
            <a:r>
              <a:rPr lang="en-AU" altLang="en-US" sz="2200">
                <a:solidFill>
                  <a:srgbClr val="0070C0"/>
                </a:solidFill>
                <a:latin typeface="Courier New" panose="02070309020205020404" pitchFamily="49" charset="0"/>
              </a:rPr>
              <a:t>v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eredsa</a:t>
            </a: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v</a:t>
            </a:r>
            <a:r>
              <a:rPr lang="en-AU" altLang="en-US" sz="2200">
                <a:solidFill>
                  <a:srgbClr val="0070C0"/>
                </a:solidFill>
                <a:latin typeface="Courier New" panose="02070309020205020404" pitchFamily="49" charset="0"/>
              </a:rPr>
              <a:t>e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yourself</a:t>
            </a:r>
          </a:p>
          <a:p>
            <a:pPr lvl="1"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ciphertext: </a:t>
            </a: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Z</a:t>
            </a:r>
            <a:r>
              <a:rPr lang="en-AU" altLang="en-US" sz="2200">
                <a:solidFill>
                  <a:srgbClr val="0070C0"/>
                </a:solidFill>
                <a:latin typeface="Courier New" panose="02070309020205020404" pitchFamily="49" charset="0"/>
              </a:rPr>
              <a:t>I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CVTWQNG</a:t>
            </a: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R</a:t>
            </a:r>
            <a:r>
              <a:rPr lang="en-AU" altLang="en-US" sz="2200">
                <a:solidFill>
                  <a:srgbClr val="0070C0"/>
                </a:solidFill>
                <a:latin typeface="Courier New" panose="02070309020205020404" pitchFamily="49" charset="0"/>
              </a:rPr>
              <a:t>Z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GVTWAVZ</a:t>
            </a: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H</a:t>
            </a:r>
            <a:r>
              <a:rPr lang="en-AU" altLang="en-US" sz="2200">
                <a:solidFill>
                  <a:srgbClr val="0070C0"/>
                </a:solidFill>
                <a:latin typeface="Courier New" panose="02070309020205020404" pitchFamily="49" charset="0"/>
              </a:rPr>
              <a:t>C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QYGLMGJ</a:t>
            </a:r>
          </a:p>
          <a:p>
            <a:pPr marL="228600" indent="-177800">
              <a:lnSpc>
                <a:spcPct val="90000"/>
              </a:lnSpc>
              <a:spcBef>
                <a:spcPts val="6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26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1">
            <a:extLst>
              <a:ext uri="{FF2B5EF4-FFF2-40B4-BE49-F238E27FC236}">
                <a16:creationId xmlns:a16="http://schemas.microsoft.com/office/drawing/2014/main" id="{E0ECE638-125B-478C-857A-84FEB93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22" name="Text Box 2">
            <a:extLst>
              <a:ext uri="{FF2B5EF4-FFF2-40B4-BE49-F238E27FC236}">
                <a16:creationId xmlns:a16="http://schemas.microsoft.com/office/drawing/2014/main" id="{3335B689-9435-49B7-9E3D-E243914F3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Key space?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26</a:t>
            </a:r>
            <a:r>
              <a:rPr lang="en-US" altLang="en-US" sz="2000" baseline="30000">
                <a:solidFill>
                  <a:srgbClr val="404040"/>
                </a:solidFill>
                <a:latin typeface="Trebuchet MS" panose="020B0603020202020204" pitchFamily="34" charset="0"/>
              </a:rPr>
              <a:t>Length(Key)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10-20 characters to prevent brute force on modern computers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Frequency analysis?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Doesn’t work because of different keys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1">
            <a:extLst>
              <a:ext uri="{FF2B5EF4-FFF2-40B4-BE49-F238E27FC236}">
                <a16:creationId xmlns:a16="http://schemas.microsoft.com/office/drawing/2014/main" id="{DDD07AC5-0847-4429-86DE-BC1AFCE74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A7AEB13C-FD48-4258-955C-794AF9A19B90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26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sp>
        <p:nvSpPr>
          <p:cNvPr id="31746" name="Text Box 2">
            <a:extLst>
              <a:ext uri="{FF2B5EF4-FFF2-40B4-BE49-F238E27FC236}">
                <a16:creationId xmlns:a16="http://schemas.microsoft.com/office/drawing/2014/main" id="{75ABAC4D-915D-4180-98DF-89ABC9963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484313"/>
            <a:ext cx="9144000" cy="537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 marL="1309688" indent="-5111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0000"/>
              </a:lnSpc>
              <a:spcBef>
                <a:spcPts val="675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700">
                <a:solidFill>
                  <a:srgbClr val="404040"/>
                </a:solidFill>
                <a:latin typeface="Trebuchet MS" panose="020B0603020202020204" pitchFamily="34" charset="0"/>
              </a:rPr>
              <a:t>     There are multiple (how many?) ciphertext letters</a:t>
            </a:r>
          </a:p>
          <a:p>
            <a:pPr>
              <a:lnSpc>
                <a:spcPct val="80000"/>
              </a:lnSpc>
              <a:spcBef>
                <a:spcPts val="675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700">
                <a:solidFill>
                  <a:srgbClr val="404040"/>
                </a:solidFill>
                <a:latin typeface="Trebuchet MS" panose="020B0603020202020204" pitchFamily="34" charset="0"/>
              </a:rPr>
              <a:t>      corresponding to each plaintext letter.</a:t>
            </a:r>
          </a:p>
          <a:p>
            <a:pPr marL="227013" indent="-179388">
              <a:lnSpc>
                <a:spcPct val="80000"/>
              </a:lnSpc>
              <a:spcBef>
                <a:spcPts val="225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9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  <a:spcBef>
                <a:spcPts val="675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700">
                <a:solidFill>
                  <a:srgbClr val="404040"/>
                </a:solidFill>
                <a:latin typeface="Trebuchet MS" panose="020B0603020202020204" pitchFamily="34" charset="0"/>
              </a:rPr>
              <a:t>     So, letter frequencies are obscured but not totally lost.</a:t>
            </a:r>
          </a:p>
          <a:p>
            <a:pPr marL="227013" indent="-179388">
              <a:lnSpc>
                <a:spcPct val="80000"/>
              </a:lnSpc>
              <a:spcBef>
                <a:spcPts val="225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9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  <a:spcBef>
                <a:spcPts val="675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700">
                <a:solidFill>
                  <a:srgbClr val="404040"/>
                </a:solidFill>
                <a:latin typeface="Trebuchet MS" panose="020B0603020202020204" pitchFamily="34" charset="0"/>
              </a:rPr>
              <a:t>      To break Vigenere cipher:</a:t>
            </a:r>
          </a:p>
          <a:p>
            <a:pPr marL="227013" indent="-179388">
              <a:lnSpc>
                <a:spcPct val="80000"/>
              </a:lnSpc>
              <a:spcBef>
                <a:spcPts val="225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9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lvl="2">
              <a:lnSpc>
                <a:spcPct val="130000"/>
              </a:lnSpc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rebuchet MS" panose="020B0603020202020204" pitchFamily="34" charset="0"/>
              <a:buAutoNum type="arabicPeriod"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Try to guess the key length.  How?</a:t>
            </a:r>
          </a:p>
          <a:p>
            <a:pPr lvl="2">
              <a:lnSpc>
                <a:spcPct val="130000"/>
              </a:lnSpc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rebuchet MS" panose="020B0603020202020204" pitchFamily="34" charset="0"/>
              <a:buAutoNum type="arabicPeriod"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If key length is N, the cipher consists of N Caesar ciphers.   Plaintext letters at positions k, N+k, 2N+k, 3N+k, etc., are encoded by the same cipher.</a:t>
            </a:r>
          </a:p>
          <a:p>
            <a:pPr lvl="2">
              <a:lnSpc>
                <a:spcPct val="130000"/>
              </a:lnSpc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rebuchet MS" panose="020B0603020202020204" pitchFamily="34" charset="0"/>
              <a:buAutoNum type="arabicPeriod"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Attack each individual cipher as before.</a:t>
            </a:r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4406598D-0C6B-43E4-A1B9-04C47582A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6213"/>
            <a:ext cx="8942388" cy="149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1">
            <a:extLst>
              <a:ext uri="{FF2B5EF4-FFF2-40B4-BE49-F238E27FC236}">
                <a16:creationId xmlns:a16="http://schemas.microsoft.com/office/drawing/2014/main" id="{69E90F67-DF71-4F13-86F1-84D815EDC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3605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1">
            <a:extLst>
              <a:ext uri="{FF2B5EF4-FFF2-40B4-BE49-F238E27FC236}">
                <a16:creationId xmlns:a16="http://schemas.microsoft.com/office/drawing/2014/main" id="{91FC6C1C-8634-4E47-9C47-52CFC0BCF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01625"/>
            <a:ext cx="70564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/>
              <a:t>One time Pad(Improvement of vernam cipher)</a:t>
            </a:r>
          </a:p>
        </p:txBody>
      </p:sp>
      <p:sp>
        <p:nvSpPr>
          <p:cNvPr id="33794" name="Text Box 2">
            <a:extLst>
              <a:ext uri="{FF2B5EF4-FFF2-40B4-BE49-F238E27FC236}">
                <a16:creationId xmlns:a16="http://schemas.microsoft.com/office/drawing/2014/main" id="{2D1DEE9D-18D7-418E-B7E3-AE302E483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96975"/>
            <a:ext cx="7848600" cy="369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000"/>
              <a:t>An Army Signal Corp officer – Joseph Mauborgne proposed an Improvement to vernam cipher  that yields the ultimate in security</a:t>
            </a:r>
          </a:p>
          <a:p>
            <a:pPr>
              <a:buClrTx/>
              <a:buFontTx/>
              <a:buNone/>
            </a:pPr>
            <a:endParaRPr lang="en-US" altLang="en-US" sz="2000"/>
          </a:p>
          <a:p>
            <a:pPr>
              <a:buFont typeface="Wingdings" panose="05000000000000000000" pitchFamily="2" charset="2"/>
              <a:buChar char=""/>
            </a:pPr>
            <a:r>
              <a:rPr lang="en-US" altLang="en-US" sz="2000"/>
              <a:t>Suggested using a random key that was truly as long as the message with no repetitions.</a:t>
            </a:r>
          </a:p>
          <a:p>
            <a:pPr>
              <a:buClrTx/>
              <a:buFontTx/>
              <a:buNone/>
            </a:pPr>
            <a:endParaRPr lang="en-US" altLang="en-US" sz="2000"/>
          </a:p>
          <a:p>
            <a:pPr>
              <a:buFont typeface="Wingdings" panose="05000000000000000000" pitchFamily="2" charset="2"/>
              <a:buChar char=""/>
            </a:pPr>
            <a:r>
              <a:rPr lang="en-US" altLang="en-US" sz="2000"/>
              <a:t>One time pad is unbreakable</a:t>
            </a:r>
          </a:p>
          <a:p>
            <a:pPr>
              <a:buClrTx/>
              <a:buFontTx/>
              <a:buNone/>
            </a:pPr>
            <a:endParaRPr lang="en-US" altLang="en-US" sz="2000"/>
          </a:p>
          <a:p>
            <a:pPr>
              <a:buFont typeface="Wingdings" panose="05000000000000000000" pitchFamily="2" charset="2"/>
              <a:buChar char=""/>
            </a:pPr>
            <a:r>
              <a:rPr lang="en-US" altLang="en-US" sz="2000"/>
              <a:t>It produces random output with no statistical relationship to the plaintext.</a:t>
            </a:r>
          </a:p>
          <a:p>
            <a:pPr>
              <a:buClrTx/>
              <a:buFontTx/>
              <a:buNone/>
            </a:pPr>
            <a:endParaRPr lang="en-US" altLang="en-US"/>
          </a:p>
          <a:p>
            <a:pPr>
              <a:buClr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1">
            <a:extLst>
              <a:ext uri="{FF2B5EF4-FFF2-40B4-BE49-F238E27FC236}">
                <a16:creationId xmlns:a16="http://schemas.microsoft.com/office/drawing/2014/main" id="{56E43C66-589C-431A-9C05-C3D53A66A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18" name="Text Box 2">
            <a:extLst>
              <a:ext uri="{FF2B5EF4-FFF2-40B4-BE49-F238E27FC236}">
                <a16:creationId xmlns:a16="http://schemas.microsoft.com/office/drawing/2014/main" id="{F113FAE9-D4F1-45DE-9380-AA97A886C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if a truly random key as long as the message is used, the cipher will be secure 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called a One-Time Pad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is unbreakable since ciphertext bears no statistical relationship to the plaintext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since for </a:t>
            </a:r>
            <a:r>
              <a:rPr lang="en-US" altLang="en-US" sz="2200" b="1">
                <a:solidFill>
                  <a:srgbClr val="404040"/>
                </a:solidFill>
                <a:latin typeface="Trebuchet MS" panose="020B0603020202020204" pitchFamily="34" charset="0"/>
              </a:rPr>
              <a:t>any plaintext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&amp; </a:t>
            </a:r>
            <a:r>
              <a:rPr lang="en-US" altLang="en-US" sz="2200" b="1">
                <a:solidFill>
                  <a:srgbClr val="404040"/>
                </a:solidFill>
                <a:latin typeface="Trebuchet MS" panose="020B0603020202020204" pitchFamily="34" charset="0"/>
              </a:rPr>
              <a:t>any ciphertext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there exists a key mapping one to other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can only use the key </a:t>
            </a:r>
            <a:r>
              <a:rPr lang="en-US" altLang="en-US" sz="2200" b="1">
                <a:solidFill>
                  <a:srgbClr val="404040"/>
                </a:solidFill>
                <a:latin typeface="Trebuchet MS" panose="020B0603020202020204" pitchFamily="34" charset="0"/>
              </a:rPr>
              <a:t>once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though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have problem of safe distribution of key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>
            <a:extLst>
              <a:ext uri="{FF2B5EF4-FFF2-40B4-BE49-F238E27FC236}">
                <a16:creationId xmlns:a16="http://schemas.microsoft.com/office/drawing/2014/main" id="{858B578A-9C5D-495A-9172-BE0160DD6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1">
            <a:extLst>
              <a:ext uri="{FF2B5EF4-FFF2-40B4-BE49-F238E27FC236}">
                <a16:creationId xmlns:a16="http://schemas.microsoft.com/office/drawing/2014/main" id="{5CDEB7D1-E584-4EB2-A197-6BB54A7D8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1">
            <a:extLst>
              <a:ext uri="{FF2B5EF4-FFF2-40B4-BE49-F238E27FC236}">
                <a16:creationId xmlns:a16="http://schemas.microsoft.com/office/drawing/2014/main" id="{A66BBC35-EF02-42E9-B697-3E6F03921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1008063"/>
            <a:ext cx="8921750" cy="501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1">
            <a:extLst>
              <a:ext uri="{FF2B5EF4-FFF2-40B4-BE49-F238E27FC236}">
                <a16:creationId xmlns:a16="http://schemas.microsoft.com/office/drawing/2014/main" id="{2B7D8C30-983D-424D-8082-CE79D1C7F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89281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1">
            <a:extLst>
              <a:ext uri="{FF2B5EF4-FFF2-40B4-BE49-F238E27FC236}">
                <a16:creationId xmlns:a16="http://schemas.microsoft.com/office/drawing/2014/main" id="{0D0623CE-E885-4997-B640-77DE8313D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1">
            <a:extLst>
              <a:ext uri="{FF2B5EF4-FFF2-40B4-BE49-F238E27FC236}">
                <a16:creationId xmlns:a16="http://schemas.microsoft.com/office/drawing/2014/main" id="{A0FD5CA4-6153-4B68-86D0-6328C73F2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950" y="0"/>
            <a:ext cx="925195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1">
            <a:extLst>
              <a:ext uri="{FF2B5EF4-FFF2-40B4-BE49-F238E27FC236}">
                <a16:creationId xmlns:a16="http://schemas.microsoft.com/office/drawing/2014/main" id="{C21F0877-131A-4DF0-9E3E-106F6E049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3352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Cryptography, Jerzy Wojdylo, 5/4/01</a:t>
            </a:r>
          </a:p>
        </p:txBody>
      </p:sp>
      <p:pic>
        <p:nvPicPr>
          <p:cNvPr id="43010" name="Picture 2">
            <a:extLst>
              <a:ext uri="{FF2B5EF4-FFF2-40B4-BE49-F238E27FC236}">
                <a16:creationId xmlns:a16="http://schemas.microsoft.com/office/drawing/2014/main" id="{D79DC505-15B5-452B-9DFE-5BD2C672F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1">
            <a:extLst>
              <a:ext uri="{FF2B5EF4-FFF2-40B4-BE49-F238E27FC236}">
                <a16:creationId xmlns:a16="http://schemas.microsoft.com/office/drawing/2014/main" id="{0EC3A4FB-56EE-4F79-80C0-F63A841FA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115888"/>
            <a:ext cx="9128125" cy="674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1">
            <a:extLst>
              <a:ext uri="{FF2B5EF4-FFF2-40B4-BE49-F238E27FC236}">
                <a16:creationId xmlns:a16="http://schemas.microsoft.com/office/drawing/2014/main" id="{E8E75276-B536-49A7-87D2-5F102107D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1">
            <a:extLst>
              <a:ext uri="{FF2B5EF4-FFF2-40B4-BE49-F238E27FC236}">
                <a16:creationId xmlns:a16="http://schemas.microsoft.com/office/drawing/2014/main" id="{FE0A89A5-0537-47F1-85D2-8EF80A852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975"/>
            <a:ext cx="9144000" cy="364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5" name="Picture 1">
            <a:extLst>
              <a:ext uri="{FF2B5EF4-FFF2-40B4-BE49-F238E27FC236}">
                <a16:creationId xmlns:a16="http://schemas.microsoft.com/office/drawing/2014/main" id="{7C2709B0-D50A-4145-9AA0-EEE07373C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"/>
            <a:ext cx="9036050" cy="686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>
            <a:extLst>
              <a:ext uri="{FF2B5EF4-FFF2-40B4-BE49-F238E27FC236}">
                <a16:creationId xmlns:a16="http://schemas.microsoft.com/office/drawing/2014/main" id="{6999C47E-C914-423E-90DF-FAD368DC7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068BFD5A-80B5-467F-8D59-FFB2AD66B766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42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sp>
        <p:nvSpPr>
          <p:cNvPr id="48130" name="Text Box 2">
            <a:extLst>
              <a:ext uri="{FF2B5EF4-FFF2-40B4-BE49-F238E27FC236}">
                <a16:creationId xmlns:a16="http://schemas.microsoft.com/office/drawing/2014/main" id="{5E6837A8-2024-48EC-84B5-1D068645B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1125538"/>
            <a:ext cx="7772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7688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7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Plaintext is written row by row in a rectangle.</a:t>
            </a:r>
          </a:p>
          <a:p>
            <a:pPr marL="228600" indent="-177800">
              <a:lnSpc>
                <a:spcPct val="60000"/>
              </a:lnSpc>
              <a:spcBef>
                <a:spcPts val="2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8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spcBef>
                <a:spcPts val="7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Ciphertext: write out the </a:t>
            </a:r>
            <a:r>
              <a:rPr lang="en-AU" altLang="en-US" sz="2800">
                <a:solidFill>
                  <a:srgbClr val="FF0000"/>
                </a:solidFill>
                <a:latin typeface="Trebuchet MS" panose="020B0603020202020204" pitchFamily="34" charset="0"/>
              </a:rPr>
              <a:t>columns</a:t>
            </a:r>
            <a:r>
              <a:rPr lang="en-AU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 in an order specified by a key.</a:t>
            </a:r>
          </a:p>
          <a:p>
            <a:pPr marL="227013" indent="-179388">
              <a:spcBef>
                <a:spcPts val="175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7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marL="227013" indent="-179388">
              <a:spcBef>
                <a:spcPts val="2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8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6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Key: </a:t>
            </a: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AU" altLang="en-US" sz="2200">
                <a:solidFill>
                  <a:srgbClr val="002060"/>
                </a:solidFill>
                <a:latin typeface="Courier New" panose="02070309020205020404" pitchFamily="49" charset="0"/>
              </a:rPr>
              <a:t>4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 2 1 5 6 7</a:t>
            </a:r>
          </a:p>
          <a:p>
            <a:pPr lvl="1">
              <a:lnSpc>
                <a:spcPct val="6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22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6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22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6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Plaintext:</a:t>
            </a:r>
          </a:p>
          <a:p>
            <a:pPr lvl="1">
              <a:lnSpc>
                <a:spcPct val="6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22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6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AU" altLang="en-US" sz="22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6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Ciphertext: </a:t>
            </a:r>
          </a:p>
          <a:p>
            <a:pPr lvl="1">
              <a:lnSpc>
                <a:spcPct val="6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AU" altLang="en-US" sz="2200">
                <a:solidFill>
                  <a:srgbClr val="FF0000"/>
                </a:solidFill>
                <a:latin typeface="Courier New" panose="02070309020205020404" pitchFamily="49" charset="0"/>
              </a:rPr>
              <a:t>TTNA</a:t>
            </a:r>
            <a:r>
              <a:rPr lang="en-AU" altLang="en-US" sz="2200">
                <a:solidFill>
                  <a:srgbClr val="191D34"/>
                </a:solidFill>
                <a:latin typeface="Courier New" panose="02070309020205020404" pitchFamily="49" charset="0"/>
              </a:rPr>
              <a:t>APTM</a:t>
            </a:r>
            <a:r>
              <a:rPr lang="en-AU" altLang="en-US" sz="2200">
                <a:solidFill>
                  <a:srgbClr val="404040"/>
                </a:solidFill>
                <a:latin typeface="Courier New" panose="02070309020205020404" pitchFamily="49" charset="0"/>
              </a:rPr>
              <a:t>TSUOAODWCOIXKNLYPETZ</a:t>
            </a: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</a:p>
        </p:txBody>
      </p:sp>
      <p:graphicFrame>
        <p:nvGraphicFramePr>
          <p:cNvPr id="48131" name="Group 3">
            <a:extLst>
              <a:ext uri="{FF2B5EF4-FFF2-40B4-BE49-F238E27FC236}">
                <a16:creationId xmlns:a16="http://schemas.microsoft.com/office/drawing/2014/main" id="{712C89B8-BCD7-42D7-8313-7611043AEAEE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3276600"/>
          <a:ext cx="2744788" cy="2184400"/>
        </p:xfrm>
        <a:graphic>
          <a:graphicData uri="http://schemas.openxmlformats.org/drawingml/2006/table">
            <a:tbl>
              <a:tblPr/>
              <a:tblGrid>
                <a:gridCol w="392113">
                  <a:extLst>
                    <a:ext uri="{9D8B030D-6E8A-4147-A177-3AD203B41FA5}">
                      <a16:colId xmlns:a16="http://schemas.microsoft.com/office/drawing/2014/main" val="3834893298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1221880179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844736399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4193300042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3924743154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934766672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3774546747"/>
                    </a:ext>
                  </a:extLst>
                </a:gridCol>
              </a:tblGrid>
              <a:tr h="546100"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480030"/>
                  </a:ext>
                </a:extLst>
              </a:tr>
              <a:tr h="546100"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05083"/>
                  </a:ext>
                </a:extLst>
              </a:tr>
              <a:tr h="546100"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691864"/>
                  </a:ext>
                </a:extLst>
              </a:tr>
              <a:tr h="546100"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1pPr>
                      <a:lvl2pPr>
                        <a:spcBef>
                          <a:spcPts val="5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2pPr>
                      <a:lvl3pPr>
                        <a:spcBef>
                          <a:spcPts val="4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6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3pPr>
                      <a:lvl4pPr>
                        <a:spcBef>
                          <a:spcPts val="40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4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4pPr>
                      <a:lvl5pPr>
                        <a:spcBef>
                          <a:spcPts val="350"/>
                        </a:spcBef>
                        <a:spcAft>
                          <a:spcPts val="300"/>
                        </a:spcAft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5pPr>
                      <a:lvl6pPr marL="25146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6pPr>
                      <a:lvl7pPr marL="29718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7pPr>
                      <a:lvl8pPr marL="34290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8pPr>
                      <a:lvl9pPr marL="3886200" indent="-228600" defTabSz="449263" fontAlgn="base">
                        <a:spcBef>
                          <a:spcPts val="35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1200">
                          <a:solidFill>
                            <a:srgbClr val="404040"/>
                          </a:solidFill>
                          <a:latin typeface="Trebuchet MS" panose="020B0603020202020204" pitchFamily="34" charset="0"/>
                          <a:cs typeface="Noto Sans CJK SC Regular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 marL="90000" marR="90000" marT="99051" horzOverflow="overflow">
                    <a:lnL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8655"/>
                  </a:ext>
                </a:extLst>
              </a:tr>
            </a:tbl>
          </a:graphicData>
        </a:graphic>
      </p:graphicFrame>
      <p:pic>
        <p:nvPicPr>
          <p:cNvPr id="48227" name="Picture 99">
            <a:extLst>
              <a:ext uri="{FF2B5EF4-FFF2-40B4-BE49-F238E27FC236}">
                <a16:creationId xmlns:a16="http://schemas.microsoft.com/office/drawing/2014/main" id="{F06521FB-59A4-4E4F-92CC-A8125EEA2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90525"/>
            <a:ext cx="8583613" cy="150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1">
            <a:extLst>
              <a:ext uri="{FF2B5EF4-FFF2-40B4-BE49-F238E27FC236}">
                <a16:creationId xmlns:a16="http://schemas.microsoft.com/office/drawing/2014/main" id="{BE1B23A2-D9A8-4FBB-AB65-1FDAC4DE3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842963"/>
            <a:ext cx="7070725" cy="601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9154" name="Text Box 2">
            <a:extLst>
              <a:ext uri="{FF2B5EF4-FFF2-40B4-BE49-F238E27FC236}">
                <a16:creationId xmlns:a16="http://schemas.microsoft.com/office/drawing/2014/main" id="{FCB4D755-816B-4731-A5F0-8DADAD64C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15888"/>
            <a:ext cx="56165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/>
              <a:t>Row transposition cipher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1">
            <a:extLst>
              <a:ext uri="{FF2B5EF4-FFF2-40B4-BE49-F238E27FC236}">
                <a16:creationId xmlns:a16="http://schemas.microsoft.com/office/drawing/2014/main" id="{822800DE-B991-4730-A66A-0C4B6426D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700213"/>
            <a:ext cx="4530725" cy="396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0178" name="Text Box 2">
            <a:extLst>
              <a:ext uri="{FF2B5EF4-FFF2-40B4-BE49-F238E27FC236}">
                <a16:creationId xmlns:a16="http://schemas.microsoft.com/office/drawing/2014/main" id="{8A12B6C3-6001-4735-BBAB-B1FFB777B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661025"/>
            <a:ext cx="6911975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/>
              <a:t>the ciphertext is:</a:t>
            </a:r>
            <a:r>
              <a:rPr lang="en-US" altLang="en-US" sz="2800" i="1"/>
              <a:t>EATITNIHMEXNETMGMEDT</a:t>
            </a: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35233447-1B8D-4A83-BCC5-188337965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5888"/>
            <a:ext cx="9144000" cy="155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/>
              <a:t>In this system, the </a:t>
            </a:r>
            <a:r>
              <a:rPr lang="en-US" altLang="en-US" sz="2400" b="1"/>
              <a:t>order</a:t>
            </a:r>
            <a:r>
              <a:rPr lang="en-US" altLang="en-US" sz="2400"/>
              <a:t> of the plaintext characters is changed, but the characters themselves are not -- that is, the encrypted message contains all the same characters as the plaintext. For example, a simple </a:t>
            </a:r>
            <a:r>
              <a:rPr lang="en-US" altLang="en-US" sz="2400" b="1"/>
              <a:t>columnar cipher</a:t>
            </a:r>
            <a:r>
              <a:rPr lang="en-US" altLang="en-US" sz="2400"/>
              <a:t> is: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Picture 1">
            <a:extLst>
              <a:ext uri="{FF2B5EF4-FFF2-40B4-BE49-F238E27FC236}">
                <a16:creationId xmlns:a16="http://schemas.microsoft.com/office/drawing/2014/main" id="{E3FB8D4B-AE1E-4E47-85A6-0730E3043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1">
            <a:extLst>
              <a:ext uri="{FF2B5EF4-FFF2-40B4-BE49-F238E27FC236}">
                <a16:creationId xmlns:a16="http://schemas.microsoft.com/office/drawing/2014/main" id="{604D393F-CCB4-441F-A1B5-FC7B0C325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-304800"/>
            <a:ext cx="6778625" cy="150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2226" name="Text Box 2">
            <a:extLst>
              <a:ext uri="{FF2B5EF4-FFF2-40B4-BE49-F238E27FC236}">
                <a16:creationId xmlns:a16="http://schemas.microsoft.com/office/drawing/2014/main" id="{15F710BC-5A47-4266-872B-16CDE6256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341438"/>
            <a:ext cx="7772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609600" indent="-604838"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70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 A </a:t>
            </a:r>
            <a:r>
              <a:rPr lang="en-US" altLang="en-US" sz="2800" b="1">
                <a:solidFill>
                  <a:srgbClr val="404040"/>
                </a:solidFill>
                <a:latin typeface="Trebuchet MS" panose="020B0603020202020204" pitchFamily="34" charset="0"/>
              </a:rPr>
              <a:t>cryptosystem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 is a five-tuple (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P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,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C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,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K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,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E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,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D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), where the following are satisfied:</a:t>
            </a:r>
          </a:p>
          <a:p>
            <a:pPr marL="604838" indent="-600075">
              <a:lnSpc>
                <a:spcPct val="90000"/>
              </a:lnSpc>
              <a:spcBef>
                <a:spcPts val="7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en-US" altLang="en-US" sz="2800" b="1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P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 is a finite set of possible </a:t>
            </a:r>
            <a:r>
              <a:rPr lang="en-US" altLang="en-US" sz="2800" b="1">
                <a:solidFill>
                  <a:srgbClr val="404040"/>
                </a:solidFill>
                <a:latin typeface="Trebuchet MS" panose="020B0603020202020204" pitchFamily="34" charset="0"/>
              </a:rPr>
              <a:t>plaintexts</a:t>
            </a:r>
          </a:p>
          <a:p>
            <a:pPr marL="604838" indent="-600075">
              <a:lnSpc>
                <a:spcPct val="90000"/>
              </a:lnSpc>
              <a:spcBef>
                <a:spcPts val="7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en-US" altLang="en-US" sz="2800" b="1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C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 is</a:t>
            </a:r>
            <a:r>
              <a:rPr lang="en-US" altLang="en-US" sz="2800" b="1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a finite set of possible </a:t>
            </a:r>
            <a:r>
              <a:rPr lang="en-US" altLang="en-US" sz="2800" b="1">
                <a:solidFill>
                  <a:srgbClr val="404040"/>
                </a:solidFill>
                <a:latin typeface="Trebuchet MS" panose="020B0603020202020204" pitchFamily="34" charset="0"/>
              </a:rPr>
              <a:t>ciphertexts</a:t>
            </a:r>
          </a:p>
          <a:p>
            <a:pPr marL="604838" indent="-600075">
              <a:lnSpc>
                <a:spcPct val="90000"/>
              </a:lnSpc>
              <a:spcBef>
                <a:spcPts val="7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en-US" altLang="en-US" sz="2800" b="1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K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, the </a:t>
            </a:r>
            <a:r>
              <a:rPr lang="en-US" altLang="en-US" sz="2800" b="1">
                <a:solidFill>
                  <a:srgbClr val="404040"/>
                </a:solidFill>
                <a:latin typeface="Trebuchet MS" panose="020B0603020202020204" pitchFamily="34" charset="0"/>
              </a:rPr>
              <a:t>keyspace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, is a finite set of possible </a:t>
            </a:r>
            <a:r>
              <a:rPr lang="en-US" altLang="en-US" sz="2800" b="1">
                <a:solidFill>
                  <a:srgbClr val="404040"/>
                </a:solidFill>
                <a:latin typeface="Trebuchet MS" panose="020B0603020202020204" pitchFamily="34" charset="0"/>
              </a:rPr>
              <a:t>keys</a:t>
            </a:r>
          </a:p>
          <a:p>
            <a:pPr marL="604838" indent="-600075">
              <a:lnSpc>
                <a:spcPct val="90000"/>
              </a:lnSpc>
              <a:spcBef>
                <a:spcPts val="7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en-US" altLang="en-US" sz="2800" b="1">
                <a:solidFill>
                  <a:srgbClr val="404040"/>
                </a:solidFill>
                <a:latin typeface="Symbol" panose="05050102010706020507" pitchFamily="18" charset="2"/>
              </a:rPr>
              <a:t></a:t>
            </a:r>
            <a:r>
              <a:rPr lang="en-US" altLang="en-US" sz="2800" i="1">
                <a:solidFill>
                  <a:srgbClr val="404040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2800">
                <a:solidFill>
                  <a:srgbClr val="404040"/>
                </a:solidFill>
                <a:latin typeface="Symbol" panose="05050102010706020507" pitchFamily="18" charset="2"/>
              </a:rPr>
              <a:t>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K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2800" b="1">
                <a:solidFill>
                  <a:srgbClr val="404040"/>
                </a:solidFill>
                <a:latin typeface="Symbol" panose="05050102010706020507" pitchFamily="18" charset="2"/>
              </a:rPr>
              <a:t></a:t>
            </a:r>
            <a:r>
              <a:rPr lang="en-US" altLang="en-US" sz="2800" i="1">
                <a:solidFill>
                  <a:srgbClr val="404040"/>
                </a:solidFill>
                <a:latin typeface="Trebuchet MS" panose="020B0603020202020204" pitchFamily="34" charset="0"/>
              </a:rPr>
              <a:t>e</a:t>
            </a:r>
            <a:r>
              <a:rPr lang="en-US" altLang="en-US" sz="2800" i="1" baseline="-25000">
                <a:solidFill>
                  <a:srgbClr val="404040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2800">
                <a:solidFill>
                  <a:srgbClr val="404040"/>
                </a:solidFill>
                <a:latin typeface="Symbol" panose="05050102010706020507" pitchFamily="18" charset="2"/>
              </a:rPr>
              <a:t>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E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 (encryption rule), </a:t>
            </a:r>
            <a:r>
              <a:rPr lang="en-US" altLang="en-US" sz="2800" b="1">
                <a:solidFill>
                  <a:srgbClr val="404040"/>
                </a:solidFill>
                <a:latin typeface="Symbol" panose="05050102010706020507" pitchFamily="18" charset="2"/>
              </a:rPr>
              <a:t></a:t>
            </a:r>
            <a:r>
              <a:rPr lang="en-US" altLang="en-US" sz="2800" i="1">
                <a:solidFill>
                  <a:srgbClr val="404040"/>
                </a:solidFill>
                <a:latin typeface="Trebuchet MS" panose="020B0603020202020204" pitchFamily="34" charset="0"/>
              </a:rPr>
              <a:t>d</a:t>
            </a:r>
            <a:r>
              <a:rPr lang="en-US" altLang="en-US" sz="2800" i="1" baseline="-25000">
                <a:solidFill>
                  <a:srgbClr val="404040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2800">
                <a:solidFill>
                  <a:srgbClr val="404040"/>
                </a:solidFill>
                <a:latin typeface="Symbol" panose="05050102010706020507" pitchFamily="18" charset="2"/>
              </a:rPr>
              <a:t>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D 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(decryption rule). </a:t>
            </a:r>
            <a:b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Each </a:t>
            </a:r>
            <a:r>
              <a:rPr lang="en-US" altLang="en-US" sz="2800" i="1">
                <a:solidFill>
                  <a:srgbClr val="404040"/>
                </a:solidFill>
                <a:latin typeface="Trebuchet MS" panose="020B0603020202020204" pitchFamily="34" charset="0"/>
              </a:rPr>
              <a:t>e</a:t>
            </a:r>
            <a:r>
              <a:rPr lang="en-US" altLang="en-US" sz="2800" i="1" baseline="-25000">
                <a:solidFill>
                  <a:srgbClr val="404040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: 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P</a:t>
            </a:r>
            <a:r>
              <a:rPr lang="en-US" altLang="en-US" sz="2800">
                <a:solidFill>
                  <a:srgbClr val="404040"/>
                </a:solidFill>
                <a:latin typeface="Symbol" panose="05050102010706020507" pitchFamily="18" charset="2"/>
              </a:rPr>
              <a:t>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C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 and </a:t>
            </a:r>
            <a:r>
              <a:rPr lang="en-US" altLang="en-US" sz="2800" i="1">
                <a:solidFill>
                  <a:srgbClr val="404040"/>
                </a:solidFill>
                <a:latin typeface="Trebuchet MS" panose="020B0603020202020204" pitchFamily="34" charset="0"/>
              </a:rPr>
              <a:t>d</a:t>
            </a:r>
            <a:r>
              <a:rPr lang="en-US" altLang="en-US" sz="2800" i="1" baseline="-25000">
                <a:solidFill>
                  <a:srgbClr val="404040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: 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C</a:t>
            </a:r>
            <a:r>
              <a:rPr lang="en-US" altLang="en-US" sz="2800">
                <a:solidFill>
                  <a:srgbClr val="404040"/>
                </a:solidFill>
                <a:latin typeface="Symbol" panose="05050102010706020507" pitchFamily="18" charset="2"/>
              </a:rPr>
              <a:t>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P 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are functions such that </a:t>
            </a:r>
            <a:r>
              <a:rPr lang="en-US" altLang="en-US" sz="2800" b="1">
                <a:solidFill>
                  <a:srgbClr val="404040"/>
                </a:solidFill>
                <a:latin typeface="Symbol" panose="05050102010706020507" pitchFamily="18" charset="2"/>
              </a:rPr>
              <a:t></a:t>
            </a:r>
            <a:r>
              <a:rPr lang="en-US" altLang="en-US" sz="2800" i="1">
                <a:solidFill>
                  <a:srgbClr val="404040"/>
                </a:solidFill>
                <a:latin typeface="Trebuchet MS" panose="020B0603020202020204" pitchFamily="34" charset="0"/>
              </a:rPr>
              <a:t>x</a:t>
            </a:r>
            <a:r>
              <a:rPr lang="en-US" altLang="en-US" sz="2800">
                <a:solidFill>
                  <a:srgbClr val="404040"/>
                </a:solidFill>
                <a:latin typeface="Symbol" panose="05050102010706020507" pitchFamily="18" charset="2"/>
              </a:rPr>
              <a:t></a:t>
            </a:r>
            <a:r>
              <a:rPr lang="en-US" altLang="en-US" sz="2800">
                <a:solidFill>
                  <a:srgbClr val="404040"/>
                </a:solidFill>
                <a:latin typeface="Brush Script MT" panose="03060802040406070304" pitchFamily="66" charset="0"/>
              </a:rPr>
              <a:t>P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2800" i="1">
                <a:solidFill>
                  <a:srgbClr val="404040"/>
                </a:solidFill>
                <a:latin typeface="Trebuchet MS" panose="020B0603020202020204" pitchFamily="34" charset="0"/>
              </a:rPr>
              <a:t>d</a:t>
            </a:r>
            <a:r>
              <a:rPr lang="en-US" altLang="en-US" sz="2800" i="1" baseline="-25000">
                <a:solidFill>
                  <a:srgbClr val="404040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(</a:t>
            </a:r>
            <a:r>
              <a:rPr lang="en-US" altLang="en-US" sz="2800" i="1">
                <a:solidFill>
                  <a:srgbClr val="404040"/>
                </a:solidFill>
                <a:latin typeface="Trebuchet MS" panose="020B0603020202020204" pitchFamily="34" charset="0"/>
              </a:rPr>
              <a:t>e</a:t>
            </a:r>
            <a:r>
              <a:rPr lang="en-US" altLang="en-US" sz="2800" i="1" baseline="-25000">
                <a:solidFill>
                  <a:srgbClr val="404040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(</a:t>
            </a:r>
            <a:r>
              <a:rPr lang="en-US" altLang="en-US" sz="2800" i="1">
                <a:solidFill>
                  <a:srgbClr val="404040"/>
                </a:solidFill>
                <a:latin typeface="Trebuchet MS" panose="020B0603020202020204" pitchFamily="34" charset="0"/>
              </a:rPr>
              <a:t>x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)) = </a:t>
            </a:r>
            <a:r>
              <a:rPr lang="en-US" altLang="en-US" sz="2800" i="1">
                <a:solidFill>
                  <a:srgbClr val="404040"/>
                </a:solidFill>
                <a:latin typeface="Trebuchet MS" panose="020B0603020202020204" pitchFamily="34" charset="0"/>
              </a:rPr>
              <a:t>x</a:t>
            </a:r>
            <a:r>
              <a:rPr lang="en-US" altLang="en-US" sz="2800">
                <a:solidFill>
                  <a:srgbClr val="404040"/>
                </a:solidFill>
                <a:latin typeface="Trebuchet MS" panose="020B0603020202020204" pitchFamily="34" charset="0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1">
            <a:extLst>
              <a:ext uri="{FF2B5EF4-FFF2-40B4-BE49-F238E27FC236}">
                <a16:creationId xmlns:a16="http://schemas.microsoft.com/office/drawing/2014/main" id="{F1B2A86D-751B-4B4A-88A8-3C084D246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250" name="Text Box 2">
            <a:extLst>
              <a:ext uri="{FF2B5EF4-FFF2-40B4-BE49-F238E27FC236}">
                <a16:creationId xmlns:a16="http://schemas.microsoft.com/office/drawing/2014/main" id="{E4020CE5-7457-4ACD-A816-897EDD571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English alphabet 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Lower case: a, b, c,…, z for plaintext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Upper case: A, B, C,…, Z for ciphertext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For encryption and decryption algorithms, we will substitute letters a, b, c,…, z with numbers 0, 1, 2,…, 25.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1">
            <a:extLst>
              <a:ext uri="{FF2B5EF4-FFF2-40B4-BE49-F238E27FC236}">
                <a16:creationId xmlns:a16="http://schemas.microsoft.com/office/drawing/2014/main" id="{DA630D30-9BCD-459B-9EF4-D08D53864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-323850"/>
            <a:ext cx="8181975" cy="150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4274" name="Text Box 2">
            <a:extLst>
              <a:ext uri="{FF2B5EF4-FFF2-40B4-BE49-F238E27FC236}">
                <a16:creationId xmlns:a16="http://schemas.microsoft.com/office/drawing/2014/main" id="{6297C33F-9DA0-4BBC-B929-F4E963F98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268413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Monoalphabetic Ciphers</a:t>
            </a:r>
            <a:b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Once a key is chosen, each alphabetic character of a plaintext is mapped onto a </a:t>
            </a:r>
            <a:r>
              <a:rPr lang="en-US" altLang="en-US" sz="2000" b="1" i="1">
                <a:solidFill>
                  <a:srgbClr val="404040"/>
                </a:solidFill>
                <a:latin typeface="Trebuchet MS" panose="020B0603020202020204" pitchFamily="34" charset="0"/>
              </a:rPr>
              <a:t>unique</a:t>
            </a:r>
            <a:r>
              <a:rPr lang="en-US" altLang="en-US" sz="2000" b="1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alphabetic character of a ciphertext.</a:t>
            </a:r>
          </a:p>
          <a:p>
            <a:pPr lvl="1">
              <a:spcBef>
                <a:spcPts val="7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3000">
                <a:solidFill>
                  <a:srgbClr val="404040"/>
                </a:solidFill>
                <a:latin typeface="Trebuchet MS" panose="020B0603020202020204" pitchFamily="34" charset="0"/>
              </a:rPr>
              <a:t>The Shift Cipher (Caesar Cipher)</a:t>
            </a:r>
          </a:p>
          <a:p>
            <a:pPr lvl="1">
              <a:spcBef>
                <a:spcPts val="7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3000">
                <a:solidFill>
                  <a:srgbClr val="404040"/>
                </a:solidFill>
                <a:latin typeface="Trebuchet MS" panose="020B0603020202020204" pitchFamily="34" charset="0"/>
              </a:rPr>
              <a:t>The Substitution Cipher</a:t>
            </a:r>
          </a:p>
          <a:p>
            <a:pPr lvl="1">
              <a:spcBef>
                <a:spcPts val="7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3000">
                <a:solidFill>
                  <a:srgbClr val="404040"/>
                </a:solidFill>
                <a:latin typeface="Trebuchet MS" panose="020B0603020202020204" pitchFamily="34" charset="0"/>
              </a:rPr>
              <a:t>The Affine Cipher</a:t>
            </a:r>
          </a:p>
          <a:p>
            <a:pPr marL="228600" indent="-177800">
              <a:spcBef>
                <a:spcPts val="7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3000">
              <a:solidFill>
                <a:srgbClr val="40404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Picture 1">
            <a:extLst>
              <a:ext uri="{FF2B5EF4-FFF2-40B4-BE49-F238E27FC236}">
                <a16:creationId xmlns:a16="http://schemas.microsoft.com/office/drawing/2014/main" id="{B688432A-3057-4260-9FB8-88B5FE1B0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-292100"/>
            <a:ext cx="7900988" cy="149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5298" name="Text Box 2">
            <a:extLst>
              <a:ext uri="{FF2B5EF4-FFF2-40B4-BE49-F238E27FC236}">
                <a16:creationId xmlns:a16="http://schemas.microsoft.com/office/drawing/2014/main" id="{52F977F7-BCC7-476D-A00E-BE46757B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484313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Polyalphabetic Ciphers</a:t>
            </a:r>
            <a:b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Each alphabetic character of a plaintext can be mapped onto </a:t>
            </a:r>
            <a:r>
              <a:rPr lang="en-US" altLang="en-US" sz="2200" b="1" i="1">
                <a:solidFill>
                  <a:srgbClr val="404040"/>
                </a:solidFill>
                <a:latin typeface="Trebuchet MS" panose="020B0603020202020204" pitchFamily="34" charset="0"/>
              </a:rPr>
              <a:t>m</a:t>
            </a:r>
            <a:r>
              <a:rPr lang="en-US" altLang="en-US" sz="2200" b="1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alphabetic characters of a ciphertext. Usually </a:t>
            </a:r>
            <a:r>
              <a:rPr lang="en-US" altLang="en-US" sz="2200" b="1" i="1">
                <a:solidFill>
                  <a:srgbClr val="404040"/>
                </a:solidFill>
                <a:latin typeface="Trebuchet MS" panose="020B0603020202020204" pitchFamily="34" charset="0"/>
              </a:rPr>
              <a:t>m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is related to the encryption key. </a:t>
            </a:r>
          </a:p>
          <a:p>
            <a:pPr lvl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3200">
                <a:solidFill>
                  <a:srgbClr val="404040"/>
                </a:solidFill>
                <a:latin typeface="Trebuchet MS" panose="020B0603020202020204" pitchFamily="34" charset="0"/>
              </a:rPr>
              <a:t>The Vigen</a:t>
            </a:r>
            <a:r>
              <a:rPr lang="en-US" altLang="en-US" sz="3200">
                <a:solidFill>
                  <a:srgbClr val="40404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è</a:t>
            </a:r>
            <a:r>
              <a:rPr lang="en-US" altLang="en-US" sz="3200">
                <a:solidFill>
                  <a:srgbClr val="404040"/>
                </a:solidFill>
                <a:latin typeface="Trebuchet MS" panose="020B0603020202020204" pitchFamily="34" charset="0"/>
              </a:rPr>
              <a:t>re Cipher</a:t>
            </a:r>
          </a:p>
          <a:p>
            <a:pPr lvl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3200">
                <a:solidFill>
                  <a:srgbClr val="404040"/>
                </a:solidFill>
                <a:latin typeface="Trebuchet MS" panose="020B0603020202020204" pitchFamily="34" charset="0"/>
              </a:rPr>
              <a:t>The Hill Cipher</a:t>
            </a:r>
          </a:p>
          <a:p>
            <a:pPr lvl="1">
              <a:lnSpc>
                <a:spcPct val="90000"/>
              </a:lnSpc>
              <a:spcBef>
                <a:spcPts val="8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3200">
                <a:solidFill>
                  <a:srgbClr val="404040"/>
                </a:solidFill>
                <a:latin typeface="Trebuchet MS" panose="020B0603020202020204" pitchFamily="34" charset="0"/>
              </a:rPr>
              <a:t>The Permutation Cipher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ext Box 1">
            <a:extLst>
              <a:ext uri="{FF2B5EF4-FFF2-40B4-BE49-F238E27FC236}">
                <a16:creationId xmlns:a16="http://schemas.microsoft.com/office/drawing/2014/main" id="{96C947FE-951A-442D-A688-B45E40291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B3D2012D-0014-4F98-ABC3-94A5B93CD658}" type="slidenum">
              <a:rPr lang="en-US" altLang="en-US" sz="1200" b="1">
                <a:solidFill>
                  <a:srgbClr val="7F7F7F"/>
                </a:solidFill>
              </a:rPr>
              <a:pPr algn="ctr">
                <a:buClrTx/>
                <a:buFontTx/>
                <a:buNone/>
              </a:pPr>
              <a:t>50</a:t>
            </a:fld>
            <a:endParaRPr lang="en-US" altLang="en-US" sz="1200" b="1">
              <a:solidFill>
                <a:srgbClr val="7F7F7F"/>
              </a:solidFill>
            </a:endParaRPr>
          </a:p>
        </p:txBody>
      </p:sp>
      <p:pic>
        <p:nvPicPr>
          <p:cNvPr id="56322" name="Picture 2">
            <a:extLst>
              <a:ext uri="{FF2B5EF4-FFF2-40B4-BE49-F238E27FC236}">
                <a16:creationId xmlns:a16="http://schemas.microsoft.com/office/drawing/2014/main" id="{A0DB017C-90FB-4C9D-B2E2-6C875422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6323" name="Text Box 3">
            <a:extLst>
              <a:ext uri="{FF2B5EF4-FFF2-40B4-BE49-F238E27FC236}">
                <a16:creationId xmlns:a16="http://schemas.microsoft.com/office/drawing/2014/main" id="{48DDA3A2-14B0-42BB-A684-DFDE5FBAA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Monoalphabetic cipher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Caesar cipher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Polyalphabetic cipher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Vigen</a:t>
            </a: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è</a:t>
            </a: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re cipher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Multiple letter cipher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Playfair cipher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1">
            <a:extLst>
              <a:ext uri="{FF2B5EF4-FFF2-40B4-BE49-F238E27FC236}">
                <a16:creationId xmlns:a16="http://schemas.microsoft.com/office/drawing/2014/main" id="{B2E7A352-59D7-4AC3-93E4-58C01199C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69" name="Picture 1">
            <a:extLst>
              <a:ext uri="{FF2B5EF4-FFF2-40B4-BE49-F238E27FC236}">
                <a16:creationId xmlns:a16="http://schemas.microsoft.com/office/drawing/2014/main" id="{E1F3F992-583B-4E96-AAC4-C8BF5C93C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57688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8370" name="Picture 2">
            <a:extLst>
              <a:ext uri="{FF2B5EF4-FFF2-40B4-BE49-F238E27FC236}">
                <a16:creationId xmlns:a16="http://schemas.microsoft.com/office/drawing/2014/main" id="{96295C4F-47C8-4A05-9073-ED59A40DF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88" y="0"/>
            <a:ext cx="4786312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8371" name="Picture 3">
            <a:extLst>
              <a:ext uri="{FF2B5EF4-FFF2-40B4-BE49-F238E27FC236}">
                <a16:creationId xmlns:a16="http://schemas.microsoft.com/office/drawing/2014/main" id="{D9840EAE-A245-43BD-984E-B55BE6359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14625"/>
            <a:ext cx="4500563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8372" name="Picture 4">
            <a:extLst>
              <a:ext uri="{FF2B5EF4-FFF2-40B4-BE49-F238E27FC236}">
                <a16:creationId xmlns:a16="http://schemas.microsoft.com/office/drawing/2014/main" id="{C5258213-59C2-4E2C-A500-8B2649BD3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000625"/>
            <a:ext cx="574357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8373" name="Picture 5">
            <a:extLst>
              <a:ext uri="{FF2B5EF4-FFF2-40B4-BE49-F238E27FC236}">
                <a16:creationId xmlns:a16="http://schemas.microsoft.com/office/drawing/2014/main" id="{7763CB30-9982-471E-A608-96F660650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2714625"/>
            <a:ext cx="4643437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Picture 1">
            <a:extLst>
              <a:ext uri="{FF2B5EF4-FFF2-40B4-BE49-F238E27FC236}">
                <a16:creationId xmlns:a16="http://schemas.microsoft.com/office/drawing/2014/main" id="{EE12504D-12A4-46F4-94C7-046AEF94C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916305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1">
            <a:extLst>
              <a:ext uri="{FF2B5EF4-FFF2-40B4-BE49-F238E27FC236}">
                <a16:creationId xmlns:a16="http://schemas.microsoft.com/office/drawing/2014/main" id="{954816C4-F3B6-4D36-AB84-494119281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0"/>
            <a:ext cx="3981450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0418" name="Picture 2">
            <a:extLst>
              <a:ext uri="{FF2B5EF4-FFF2-40B4-BE49-F238E27FC236}">
                <a16:creationId xmlns:a16="http://schemas.microsoft.com/office/drawing/2014/main" id="{C39AE913-4FAE-4AE1-B7F9-DFD738EA4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188" y="0"/>
            <a:ext cx="30480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>
            <a:extLst>
              <a:ext uri="{FF2B5EF4-FFF2-40B4-BE49-F238E27FC236}">
                <a16:creationId xmlns:a16="http://schemas.microsoft.com/office/drawing/2014/main" id="{FDC85F1C-36CC-43FD-B3C3-28308D771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782B2036-E0AB-47DD-A17C-C19A0FD05412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55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61442" name="Picture 2">
            <a:extLst>
              <a:ext uri="{FF2B5EF4-FFF2-40B4-BE49-F238E27FC236}">
                <a16:creationId xmlns:a16="http://schemas.microsoft.com/office/drawing/2014/main" id="{5264AC71-1DE5-480D-BEAD-012D04502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443" name="Text Box 3">
            <a:extLst>
              <a:ext uri="{FF2B5EF4-FFF2-40B4-BE49-F238E27FC236}">
                <a16:creationId xmlns:a16="http://schemas.microsoft.com/office/drawing/2014/main" id="{B8B1F209-5B09-437A-A78A-FE5ADBF18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686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    Hide a message in another message.</a:t>
            </a:r>
          </a:p>
          <a:p>
            <a:pPr marL="227013" indent="-179388">
              <a:lnSpc>
                <a:spcPct val="90000"/>
              </a:lnSpc>
              <a:spcBef>
                <a:spcPts val="2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8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    E.g., hide your plaintext in a graphic image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Each pixel has 3 bytes specifying the RGB color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The least significant bits of pixels can be changed w/o greatly affecting the image quality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So can hide messages in these LSBs</a:t>
            </a:r>
          </a:p>
          <a:p>
            <a:pPr marL="546100" lvl="1">
              <a:lnSpc>
                <a:spcPct val="90000"/>
              </a:lnSpc>
              <a:spcBef>
                <a:spcPts val="2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8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  Advantage: hiding existence of messages</a:t>
            </a:r>
          </a:p>
          <a:p>
            <a:pPr marL="227013" indent="-179388">
              <a:lnSpc>
                <a:spcPct val="90000"/>
              </a:lnSpc>
              <a:spcBef>
                <a:spcPts val="2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8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  Drawback: high overhead</a:t>
            </a:r>
          </a:p>
          <a:p>
            <a:pPr marL="546100" lvl="1"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2200">
              <a:solidFill>
                <a:srgbClr val="40404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1">
            <a:extLst>
              <a:ext uri="{FF2B5EF4-FFF2-40B4-BE49-F238E27FC236}">
                <a16:creationId xmlns:a16="http://schemas.microsoft.com/office/drawing/2014/main" id="{BB9B0C89-F543-4FB6-9EB6-6045A3E65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181475"/>
            <a:ext cx="6516687" cy="133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2466" name="Text Box 2">
            <a:extLst>
              <a:ext uri="{FF2B5EF4-FFF2-40B4-BE49-F238E27FC236}">
                <a16:creationId xmlns:a16="http://schemas.microsoft.com/office/drawing/2014/main" id="{6D4F5BDA-1176-4CFE-9490-E01392DBD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1242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8600" indent="-177800"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8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600" b="1">
                <a:solidFill>
                  <a:srgbClr val="404040"/>
                </a:solidFill>
                <a:latin typeface="Trebuchet MS" panose="020B0603020202020204" pitchFamily="34" charset="0"/>
              </a:rPr>
              <a:t>Stegosaurus: a covered lizard</a:t>
            </a:r>
          </a:p>
          <a:p>
            <a:pPr>
              <a:lnSpc>
                <a:spcPct val="80000"/>
              </a:lnSpc>
              <a:spcBef>
                <a:spcPts val="125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500" b="1">
                <a:solidFill>
                  <a:srgbClr val="404040"/>
                </a:solidFill>
                <a:latin typeface="Trebuchet MS" panose="020B0603020202020204" pitchFamily="34" charset="0"/>
              </a:rPr>
              <a:t>(but not a type of cryptography)</a:t>
            </a:r>
          </a:p>
          <a:p>
            <a:pPr>
              <a:lnSpc>
                <a:spcPct val="8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600" b="1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lnSpc>
                <a:spcPct val="8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600" b="1">
              <a:solidFill>
                <a:srgbClr val="404040"/>
              </a:solidFill>
              <a:latin typeface="Trebuchet MS" panose="020B0603020202020204" pitchFamily="34" charset="0"/>
            </a:endParaRPr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26F68CAC-6DB0-4ACF-9516-4B54984C9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95400"/>
            <a:ext cx="52578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8600" indent="-177800"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4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Greek Words: </a:t>
            </a:r>
          </a:p>
          <a:p>
            <a:pPr>
              <a:spcBef>
                <a:spcPts val="4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STEGANOS – </a:t>
            </a:r>
            <a:r>
              <a:rPr lang="en-US" altLang="en-US" b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“</a:t>
            </a:r>
            <a:r>
              <a:rPr lang="en-US" altLang="en-US" i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Covered</a:t>
            </a:r>
            <a:r>
              <a:rPr lang="en-US" altLang="en-US" b="1" i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”</a:t>
            </a:r>
          </a:p>
          <a:p>
            <a:pPr>
              <a:spcBef>
                <a:spcPts val="4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GRAPHIE – </a:t>
            </a:r>
            <a:r>
              <a:rPr lang="en-US" altLang="en-US" b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“</a:t>
            </a:r>
            <a:r>
              <a:rPr lang="en-US" altLang="en-US" i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Writing</a:t>
            </a:r>
            <a:r>
              <a:rPr lang="en-US" altLang="en-US" b="1" i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”</a:t>
            </a:r>
            <a:br>
              <a:rPr lang="en-US" altLang="en-US" b="1" i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</a:br>
            <a:endParaRPr lang="en-US" altLang="en-US" b="1" i="1">
              <a:solidFill>
                <a:srgbClr val="FF0000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  <a:p>
            <a:pPr marL="223838" indent="-180975"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b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Steganography</a:t>
            </a:r>
            <a:r>
              <a:rPr lang="en-US" altLang="en-US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is the art and science of writing hidden messages in such a way that no one apart from the intended recipient knows of the existence of the message.</a:t>
            </a:r>
          </a:p>
          <a:p>
            <a:pPr>
              <a:spcBef>
                <a:spcPts val="4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>
              <a:solidFill>
                <a:srgbClr val="FF0000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  <a:p>
            <a:pPr marL="223838" indent="-180975"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This can be achieve by concealing the existence of </a:t>
            </a:r>
            <a:r>
              <a:rPr lang="en-US" altLang="en-US" b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information</a:t>
            </a:r>
            <a:r>
              <a:rPr lang="en-US" altLang="en-US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within seemingly harmless </a:t>
            </a:r>
            <a:r>
              <a:rPr lang="en-US" altLang="en-US" b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carriers or cover</a:t>
            </a:r>
          </a:p>
          <a:p>
            <a:pPr>
              <a:spcBef>
                <a:spcPts val="4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b="1">
              <a:solidFill>
                <a:srgbClr val="FF0000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  <a:p>
            <a:pPr marL="223838" indent="-180975"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b="1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Carrier: </a:t>
            </a:r>
            <a:r>
              <a:rPr lang="en-US" altLang="en-US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text, image, video, audio, etc.</a:t>
            </a:r>
          </a:p>
          <a:p>
            <a:pPr>
              <a:spcBef>
                <a:spcPts val="4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>
              <a:solidFill>
                <a:srgbClr val="FF0000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2468" name="Picture 4">
            <a:extLst>
              <a:ext uri="{FF2B5EF4-FFF2-40B4-BE49-F238E27FC236}">
                <a16:creationId xmlns:a16="http://schemas.microsoft.com/office/drawing/2014/main" id="{040E5C8A-0696-4808-BD54-AE0369918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592263"/>
            <a:ext cx="1809750" cy="1303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" dur="50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50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50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" dur="50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" dur="1000" fill="hold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*0.7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1000" fill="hold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6" dur="10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1000" fill="hold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*0.7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1000" fill="hold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1" dur="10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" dur="1000" fill="hold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*0.7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" dur="1000" fill="hold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6" dur="1000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1">
            <a:extLst>
              <a:ext uri="{FF2B5EF4-FFF2-40B4-BE49-F238E27FC236}">
                <a16:creationId xmlns:a16="http://schemas.microsoft.com/office/drawing/2014/main" id="{A23D4816-86A3-4029-B0EB-F417A6AEC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32DF8D91-BBD8-4D2E-B424-B266CAF67148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57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63490" name="Picture 2">
            <a:extLst>
              <a:ext uri="{FF2B5EF4-FFF2-40B4-BE49-F238E27FC236}">
                <a16:creationId xmlns:a16="http://schemas.microsoft.com/office/drawing/2014/main" id="{9686C20F-AC47-4D0E-937C-2369BC025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066800"/>
            <a:ext cx="7202488" cy="2395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3491" name="Text Box 3">
            <a:extLst>
              <a:ext uri="{FF2B5EF4-FFF2-40B4-BE49-F238E27FC236}">
                <a16:creationId xmlns:a16="http://schemas.microsoft.com/office/drawing/2014/main" id="{785AC94D-FFFA-486F-9514-77F998DF7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4267200"/>
            <a:ext cx="61214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 Take a 640x480 (=30,7200) pixel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 Using only 1 LSB, can hide 115,200 characters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 Using 4 LSBs, can hide 460,800 characters.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1">
            <a:extLst>
              <a:ext uri="{FF2B5EF4-FFF2-40B4-BE49-F238E27FC236}">
                <a16:creationId xmlns:a16="http://schemas.microsoft.com/office/drawing/2014/main" id="{D6153520-4B65-41FB-BC5A-CD2135A2C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4514" name="Text Box 2">
            <a:extLst>
              <a:ext uri="{FF2B5EF4-FFF2-40B4-BE49-F238E27FC236}">
                <a16:creationId xmlns:a16="http://schemas.microsoft.com/office/drawing/2014/main" id="{C641AE5A-1408-4DF2-A90E-6682CF247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an alternative to encryption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hides existence of message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using only a subset of letters/words in a longer message marked in some way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using invisible ink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hiding in LSB in graphic image or sound file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has drawbacks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high overhead to hide relatively few info bits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1">
            <a:extLst>
              <a:ext uri="{FF2B5EF4-FFF2-40B4-BE49-F238E27FC236}">
                <a16:creationId xmlns:a16="http://schemas.microsoft.com/office/drawing/2014/main" id="{E0319423-2654-4967-9248-0B7B44589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DFF505E5-71CE-40AB-A6E6-63044C0BEF50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59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65538" name="Picture 2">
            <a:extLst>
              <a:ext uri="{FF2B5EF4-FFF2-40B4-BE49-F238E27FC236}">
                <a16:creationId xmlns:a16="http://schemas.microsoft.com/office/drawing/2014/main" id="{168C55F4-6CCF-49E9-9A9A-9658A583D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5539" name="Picture 3">
            <a:extLst>
              <a:ext uri="{FF2B5EF4-FFF2-40B4-BE49-F238E27FC236}">
                <a16:creationId xmlns:a16="http://schemas.microsoft.com/office/drawing/2014/main" id="{338432E7-FC49-46B9-93D1-EC41C8E6D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6615113" cy="522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1" name="Picture 1">
            <a:extLst>
              <a:ext uri="{FF2B5EF4-FFF2-40B4-BE49-F238E27FC236}">
                <a16:creationId xmlns:a16="http://schemas.microsoft.com/office/drawing/2014/main" id="{45F6B2FA-4555-4B25-9FD3-26375CA09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304800"/>
            <a:ext cx="6778625" cy="150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6562" name="Text Box 2">
            <a:extLst>
              <a:ext uri="{FF2B5EF4-FFF2-40B4-BE49-F238E27FC236}">
                <a16:creationId xmlns:a16="http://schemas.microsoft.com/office/drawing/2014/main" id="{2BE39255-290B-475F-A35A-12F99D65F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5791200" cy="483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  Enigma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Machine to encrypt German communications in WWII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Consisted of plug board, 3 rotors, and reflector board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Each implemented a substitution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Rotors shifted after each letter, so like Vigenere, but with period of about 16,900</a:t>
            </a:r>
          </a:p>
        </p:txBody>
      </p:sp>
      <p:pic>
        <p:nvPicPr>
          <p:cNvPr id="66563" name="Picture 3">
            <a:extLst>
              <a:ext uri="{FF2B5EF4-FFF2-40B4-BE49-F238E27FC236}">
                <a16:creationId xmlns:a16="http://schemas.microsoft.com/office/drawing/2014/main" id="{0F688E20-7E29-4EBE-BCDF-069440313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0" y="1447800"/>
            <a:ext cx="2794000" cy="372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>
            <a:extLst>
              <a:ext uri="{FF2B5EF4-FFF2-40B4-BE49-F238E27FC236}">
                <a16:creationId xmlns:a16="http://schemas.microsoft.com/office/drawing/2014/main" id="{B445A295-E74D-4B8B-8086-EF5EDE401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CD0DAC15-9E6E-4B96-83E5-273622B0BABC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61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67586" name="Picture 2">
            <a:extLst>
              <a:ext uri="{FF2B5EF4-FFF2-40B4-BE49-F238E27FC236}">
                <a16:creationId xmlns:a16="http://schemas.microsoft.com/office/drawing/2014/main" id="{C9865FC3-7573-441F-82F2-7AC113AAB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-176213"/>
            <a:ext cx="8186738" cy="149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7587" name="Picture 3">
            <a:extLst>
              <a:ext uri="{FF2B5EF4-FFF2-40B4-BE49-F238E27FC236}">
                <a16:creationId xmlns:a16="http://schemas.microsoft.com/office/drawing/2014/main" id="{09B1DA40-7E65-4134-B241-C3BE1CFAE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412875"/>
            <a:ext cx="4419600" cy="528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09" name="Picture 1">
            <a:extLst>
              <a:ext uri="{FF2B5EF4-FFF2-40B4-BE49-F238E27FC236}">
                <a16:creationId xmlns:a16="http://schemas.microsoft.com/office/drawing/2014/main" id="{2D3B100B-89CE-4302-A882-4A551AD60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88" y="-292100"/>
            <a:ext cx="8113712" cy="149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8610" name="Text Box 2">
            <a:extLst>
              <a:ext uri="{FF2B5EF4-FFF2-40B4-BE49-F238E27FC236}">
                <a16:creationId xmlns:a16="http://schemas.microsoft.com/office/drawing/2014/main" id="{76E92445-0AEF-4606-A3C1-32A6109CF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0"/>
            <a:ext cx="9144000" cy="5334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4E67C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E.g. ENIGMA MACHINE. Polyalphabetic Cipher</a:t>
            </a:r>
          </a:p>
          <a:p>
            <a:pPr marL="227013" indent="-179388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GB" altLang="en-US" sz="20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Several interconnected substitution rotating cylinders.</a:t>
            </a:r>
          </a:p>
          <a:p>
            <a:pPr marL="227013" indent="-179388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GB" altLang="en-US" sz="20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 Example</a:t>
            </a:r>
            <a:r>
              <a:rPr lang="en-GB" altLang="en-US" sz="2000">
                <a:solidFill>
                  <a:srgbClr val="FFFF00"/>
                </a:solidFill>
                <a:latin typeface="Trebuchet MS" panose="020B0603020202020204" pitchFamily="34" charset="0"/>
              </a:rPr>
              <a:t>:</a:t>
            </a:r>
            <a:br>
              <a:rPr lang="en-GB" altLang="en-US" sz="2000">
                <a:solidFill>
                  <a:srgbClr val="FFFF00"/>
                </a:solidFill>
                <a:latin typeface="Trebuchet MS" panose="020B0603020202020204" pitchFamily="34" charset="0"/>
              </a:rPr>
            </a:br>
            <a:r>
              <a:rPr lang="en-GB" altLang="en-US" sz="2000">
                <a:solidFill>
                  <a:srgbClr val="009900"/>
                </a:solidFill>
                <a:latin typeface="Trebuchet MS" panose="020B0603020202020204" pitchFamily="34" charset="0"/>
              </a:rPr>
              <a:t>	</a:t>
            </a:r>
            <a:r>
              <a:rPr lang="en-GB" altLang="en-US" sz="2000" b="1">
                <a:solidFill>
                  <a:srgbClr val="191D34"/>
                </a:solidFill>
                <a:latin typeface="Trebuchet MS" panose="020B0603020202020204" pitchFamily="34" charset="0"/>
              </a:rPr>
              <a:t>Input</a:t>
            </a:r>
            <a:r>
              <a:rPr lang="en-GB" altLang="en-US" sz="2000" b="1">
                <a:solidFill>
                  <a:srgbClr val="009900"/>
                </a:solidFill>
                <a:latin typeface="Trebuchet MS" panose="020B0603020202020204" pitchFamily="34" charset="0"/>
              </a:rPr>
              <a:t> </a:t>
            </a:r>
            <a:r>
              <a:rPr lang="en-GB" altLang="en-US" sz="2000">
                <a:solidFill>
                  <a:srgbClr val="009900"/>
                </a:solidFill>
                <a:latin typeface="Trebuchet MS" panose="020B0603020202020204" pitchFamily="34" charset="0"/>
              </a:rPr>
              <a:t>  	</a:t>
            </a:r>
            <a:r>
              <a:rPr lang="en-GB" altLang="en-US" sz="2000" b="1">
                <a:solidFill>
                  <a:srgbClr val="191D34"/>
                </a:solidFill>
                <a:latin typeface="Trebuchet MS" panose="020B0603020202020204" pitchFamily="34" charset="0"/>
              </a:rPr>
              <a:t>Rotor1</a:t>
            </a:r>
            <a:r>
              <a:rPr lang="en-GB" altLang="en-US" sz="2000">
                <a:solidFill>
                  <a:srgbClr val="009900"/>
                </a:solidFill>
                <a:latin typeface="Trebuchet MS" panose="020B0603020202020204" pitchFamily="34" charset="0"/>
              </a:rPr>
              <a:t>		</a:t>
            </a:r>
            <a:r>
              <a:rPr lang="en-GB" altLang="en-US" sz="2000" b="1">
                <a:solidFill>
                  <a:srgbClr val="191D34"/>
                </a:solidFill>
                <a:latin typeface="Trebuchet MS" panose="020B0603020202020204" pitchFamily="34" charset="0"/>
              </a:rPr>
              <a:t>Rotor2</a:t>
            </a:r>
            <a:r>
              <a:rPr lang="en-GB" altLang="en-US" sz="2000">
                <a:solidFill>
                  <a:srgbClr val="009900"/>
                </a:solidFill>
                <a:latin typeface="Trebuchet MS" panose="020B0603020202020204" pitchFamily="34" charset="0"/>
              </a:rPr>
              <a:t>		</a:t>
            </a:r>
            <a:r>
              <a:rPr lang="en-GB" altLang="en-US" sz="2000" b="1">
                <a:solidFill>
                  <a:srgbClr val="191D34"/>
                </a:solidFill>
                <a:latin typeface="Trebuchet MS" panose="020B0603020202020204" pitchFamily="34" charset="0"/>
              </a:rPr>
              <a:t>Rotor3</a:t>
            </a:r>
            <a:r>
              <a:rPr lang="en-GB" altLang="en-US" sz="2000">
                <a:solidFill>
                  <a:srgbClr val="009900"/>
                </a:solidFill>
                <a:latin typeface="Trebuchet MS" panose="020B0603020202020204" pitchFamily="34" charset="0"/>
              </a:rPr>
              <a:t>		</a:t>
            </a:r>
            <a:r>
              <a:rPr lang="en-GB" altLang="en-US" sz="2000" b="1">
                <a:solidFill>
                  <a:srgbClr val="191D34"/>
                </a:solidFill>
                <a:latin typeface="Trebuchet MS" panose="020B0603020202020204" pitchFamily="34" charset="0"/>
              </a:rPr>
              <a:t>Output</a:t>
            </a:r>
            <a:br>
              <a:rPr lang="en-GB" altLang="en-US" sz="2000" b="1">
                <a:solidFill>
                  <a:srgbClr val="009900"/>
                </a:solidFill>
                <a:latin typeface="Trebuchet MS" panose="020B0603020202020204" pitchFamily="34" charset="0"/>
              </a:rPr>
            </a:b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 	</a:t>
            </a:r>
            <a:r>
              <a:rPr lang="en-GB" altLang="en-US" sz="2000">
                <a:solidFill>
                  <a:srgbClr val="4E67C8"/>
                </a:solidFill>
                <a:latin typeface="Trebuchet MS" panose="020B0603020202020204" pitchFamily="34" charset="0"/>
              </a:rPr>
              <a:t>A	A-&gt;F		F-&gt;X		X-&gt;N		N</a:t>
            </a: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 	</a:t>
            </a:r>
            <a:b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		Rotor 3 now shifts (its substitutions change) </a:t>
            </a:r>
            <a:b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 	</a:t>
            </a:r>
            <a:r>
              <a:rPr lang="en-GB" altLang="en-US" sz="2000">
                <a:solidFill>
                  <a:srgbClr val="4E67C8"/>
                </a:solidFill>
                <a:latin typeface="Trebuchet MS" panose="020B0603020202020204" pitchFamily="34" charset="0"/>
              </a:rPr>
              <a:t>A	A-&gt;F		F-&gt;X		X-&gt;W		W</a:t>
            </a: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b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		Rotor 3 now shifts (its substitutions change) </a:t>
            </a:r>
            <a:b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</a:br>
            <a:b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	...  	After 26 shifts by Rotor 3, it will be back to its original, 			substitution Rotor 2 now shifts.</a:t>
            </a:r>
            <a:b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</a:br>
            <a:b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	</a:t>
            </a:r>
            <a:r>
              <a:rPr lang="en-GB" altLang="en-US" sz="2000">
                <a:solidFill>
                  <a:srgbClr val="4E67C8"/>
                </a:solidFill>
                <a:latin typeface="Trebuchet MS" panose="020B0603020202020204" pitchFamily="34" charset="0"/>
              </a:rPr>
              <a:t>A	A-&gt;F		F-&gt;B		B-&gt;S		S</a:t>
            </a: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b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</a:br>
            <a:endParaRPr lang="en-GB" altLang="en-US" sz="20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GB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With 3 rotors and 26 letters we have a period = 26^3(26 power of 3) =   17,576 substitution alphabets</a:t>
            </a:r>
          </a:p>
        </p:txBody>
      </p:sp>
      <p:pic>
        <p:nvPicPr>
          <p:cNvPr id="68611" name="Picture 3">
            <a:extLst>
              <a:ext uri="{FF2B5EF4-FFF2-40B4-BE49-F238E27FC236}">
                <a16:creationId xmlns:a16="http://schemas.microsoft.com/office/drawing/2014/main" id="{3E08BF0E-BE2D-4882-A48B-844AA3758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388" y="304800"/>
            <a:ext cx="1689100" cy="104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">
            <a:extLst>
              <a:ext uri="{FF2B5EF4-FFF2-40B4-BE49-F238E27FC236}">
                <a16:creationId xmlns:a16="http://schemas.microsoft.com/office/drawing/2014/main" id="{6D622766-9FDC-4D88-BC4B-F19E1A66A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3352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8. Cryptography part 2</a:t>
            </a:r>
          </a:p>
        </p:txBody>
      </p:sp>
      <p:sp>
        <p:nvSpPr>
          <p:cNvPr id="69634" name="Text Box 2">
            <a:extLst>
              <a:ext uri="{FF2B5EF4-FFF2-40B4-BE49-F238E27FC236}">
                <a16:creationId xmlns:a16="http://schemas.microsoft.com/office/drawing/2014/main" id="{5B3BFA51-759F-49AE-B79F-D804BF93F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AF9BA1BB-3B86-4D68-B403-6E3213172797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63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sp>
        <p:nvSpPr>
          <p:cNvPr id="69635" name="Text Box 3">
            <a:extLst>
              <a:ext uri="{FF2B5EF4-FFF2-40B4-BE49-F238E27FC236}">
                <a16:creationId xmlns:a16="http://schemas.microsoft.com/office/drawing/2014/main" id="{0E1C8FB1-693D-42EF-BF85-AE67EA5B0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125538"/>
            <a:ext cx="6400800" cy="347345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8600" indent="-177800"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Combine Substitution and Transposition Methods</a:t>
            </a:r>
          </a:p>
          <a:p>
            <a:pPr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• produce ciphers that are very difficult to break</a:t>
            </a:r>
          </a:p>
          <a:p>
            <a:pPr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Rotor Machines in World War II: German “Enigma”  and Japanese “Purple”</a:t>
            </a:r>
          </a:p>
          <a:p>
            <a:pPr>
              <a:spcBef>
                <a:spcPts val="5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• Breaking by the Allies was a significant factor in the outcome of the war (Turing)</a:t>
            </a:r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id="{D246AE11-20FE-4D5D-99DC-E443C2FE3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"/>
            <a:ext cx="6096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ROTOR MACHINES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1">
            <a:extLst>
              <a:ext uri="{FF2B5EF4-FFF2-40B4-BE49-F238E27FC236}">
                <a16:creationId xmlns:a16="http://schemas.microsoft.com/office/drawing/2014/main" id="{5F2ECF1C-1B00-4D47-9A30-E9E6BE395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3352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8. Cryptography part 2</a:t>
            </a:r>
          </a:p>
        </p:txBody>
      </p:sp>
      <p:sp>
        <p:nvSpPr>
          <p:cNvPr id="70658" name="Text Box 2">
            <a:extLst>
              <a:ext uri="{FF2B5EF4-FFF2-40B4-BE49-F238E27FC236}">
                <a16:creationId xmlns:a16="http://schemas.microsoft.com/office/drawing/2014/main" id="{7B8368D1-2D40-46DE-BA61-38389178B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BC6C19D4-C8B1-42E3-A825-2B180490511A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64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70659" name="Picture 3">
            <a:extLst>
              <a:ext uri="{FF2B5EF4-FFF2-40B4-BE49-F238E27FC236}">
                <a16:creationId xmlns:a16="http://schemas.microsoft.com/office/drawing/2014/main" id="{0D37F7FC-BF3C-4DA1-B63C-AA192EDEE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4078288"/>
            <a:ext cx="8291513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0660" name="Picture 4">
            <a:extLst>
              <a:ext uri="{FF2B5EF4-FFF2-40B4-BE49-F238E27FC236}">
                <a16:creationId xmlns:a16="http://schemas.microsoft.com/office/drawing/2014/main" id="{0F1265EB-A1FE-43F0-906A-DC89F21C8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3" y="855663"/>
            <a:ext cx="5133975" cy="322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">
            <a:extLst>
              <a:ext uri="{FF2B5EF4-FFF2-40B4-BE49-F238E27FC236}">
                <a16:creationId xmlns:a16="http://schemas.microsoft.com/office/drawing/2014/main" id="{5C2638A3-38E9-41D7-B831-33B10E8A2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A6BFA371-A422-467C-B7F7-2EA8B8D85213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65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71682" name="Picture 2">
            <a:extLst>
              <a:ext uri="{FF2B5EF4-FFF2-40B4-BE49-F238E27FC236}">
                <a16:creationId xmlns:a16="http://schemas.microsoft.com/office/drawing/2014/main" id="{2A8C2675-E69C-4E62-88F3-F4AC9570A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943725" cy="218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683" name="Text Box 3">
            <a:extLst>
              <a:ext uri="{FF2B5EF4-FFF2-40B4-BE49-F238E27FC236}">
                <a16:creationId xmlns:a16="http://schemas.microsoft.com/office/drawing/2014/main" id="{8ADF6BAA-A862-4311-8D7E-F0038ED32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00200"/>
            <a:ext cx="8229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Before modern ciphers, rotor machines were most common complex ciphers in use.</a:t>
            </a:r>
          </a:p>
          <a:p>
            <a:pPr marL="227013" indent="-179388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6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Widely used in WW2.</a:t>
            </a:r>
          </a:p>
          <a:p>
            <a:pPr marL="227013" indent="-179388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6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Used a series of rotating cylinders.</a:t>
            </a:r>
          </a:p>
          <a:p>
            <a:pPr marL="227013" indent="-179388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6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Implemented a polyalphabetic substitution cipher of period K.</a:t>
            </a:r>
          </a:p>
          <a:p>
            <a:pPr marL="227013" indent="-179388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6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With 3 cylinders, K = 26</a:t>
            </a:r>
            <a:r>
              <a:rPr lang="en-US" altLang="en-US" sz="2200" baseline="30000">
                <a:solidFill>
                  <a:srgbClr val="404040"/>
                </a:solidFill>
                <a:latin typeface="Trebuchet MS" panose="020B0603020202020204" pitchFamily="34" charset="0"/>
              </a:rPr>
              <a:t>3 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=17,576.</a:t>
            </a:r>
          </a:p>
          <a:p>
            <a:pPr marL="227013" indent="-179388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6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With 5 cylinders, K = 26</a:t>
            </a:r>
            <a:r>
              <a:rPr lang="en-US" altLang="en-US" sz="2200" baseline="30000">
                <a:solidFill>
                  <a:srgbClr val="404040"/>
                </a:solidFill>
                <a:latin typeface="Trebuchet MS" panose="020B0603020202020204" pitchFamily="34" charset="0"/>
              </a:rPr>
              <a:t>5 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=12 x 10</a:t>
            </a:r>
            <a:r>
              <a:rPr lang="en-US" altLang="en-US" sz="2200" baseline="30000">
                <a:solidFill>
                  <a:srgbClr val="404040"/>
                </a:solidFill>
                <a:latin typeface="Trebuchet MS" panose="020B0603020202020204" pitchFamily="34" charset="0"/>
              </a:rPr>
              <a:t>6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.</a:t>
            </a:r>
          </a:p>
          <a:p>
            <a:pPr marL="227013" indent="-179388">
              <a:lnSpc>
                <a:spcPct val="90000"/>
              </a:lnSpc>
              <a:spcBef>
                <a:spcPts val="175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7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What is a key?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If the adversary has a machine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If the adversary doesn’t have a machine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ext Box 1">
            <a:extLst>
              <a:ext uri="{FF2B5EF4-FFF2-40B4-BE49-F238E27FC236}">
                <a16:creationId xmlns:a16="http://schemas.microsoft.com/office/drawing/2014/main" id="{18480846-48A1-42D9-97DC-1CC384826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828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fld id="{ED821938-3742-4041-BE86-5428D59523D3}" type="slidenum">
              <a:rPr lang="en-US" altLang="en-US" sz="1400" b="1">
                <a:latin typeface="Times New Roman" panose="02020603050405020304" pitchFamily="18" charset="0"/>
              </a:rPr>
              <a:pPr algn="ctr">
                <a:buClrTx/>
                <a:buFontTx/>
                <a:buNone/>
              </a:pPr>
              <a:t>66</a:t>
            </a:fld>
            <a:endParaRPr lang="en-US" altLang="en-US" sz="1400" b="1">
              <a:latin typeface="Times New Roman" panose="02020603050405020304" pitchFamily="18" charset="0"/>
            </a:endParaRPr>
          </a:p>
        </p:txBody>
      </p:sp>
      <p:pic>
        <p:nvPicPr>
          <p:cNvPr id="72706" name="Picture 2">
            <a:extLst>
              <a:ext uri="{FF2B5EF4-FFF2-40B4-BE49-F238E27FC236}">
                <a16:creationId xmlns:a16="http://schemas.microsoft.com/office/drawing/2014/main" id="{D78FD895-A53E-49BC-9912-A20F63142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29" name="Picture 1">
            <a:extLst>
              <a:ext uri="{FF2B5EF4-FFF2-40B4-BE49-F238E27FC236}">
                <a16:creationId xmlns:a16="http://schemas.microsoft.com/office/drawing/2014/main" id="{378C153E-C0EC-4441-A9D7-909B94071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5" y="-115888"/>
            <a:ext cx="7693025" cy="150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3730" name="Text Box 2">
            <a:extLst>
              <a:ext uri="{FF2B5EF4-FFF2-40B4-BE49-F238E27FC236}">
                <a16:creationId xmlns:a16="http://schemas.microsoft.com/office/drawing/2014/main" id="{EA89FB82-7D04-488E-8754-C3E28369D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295400"/>
            <a:ext cx="73914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8600" indent="-177800"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8600" algn="l"/>
                <a:tab pos="676275" algn="l"/>
                <a:tab pos="1125538" algn="l"/>
                <a:tab pos="1574800" algn="l"/>
                <a:tab pos="2024063" algn="l"/>
                <a:tab pos="2473325" algn="l"/>
                <a:tab pos="2922588" algn="l"/>
                <a:tab pos="3371850" algn="l"/>
                <a:tab pos="3821113" algn="l"/>
                <a:tab pos="4270375" algn="l"/>
                <a:tab pos="4719638" algn="l"/>
                <a:tab pos="5168900" algn="l"/>
                <a:tab pos="5618163" algn="l"/>
                <a:tab pos="6067425" algn="l"/>
                <a:tab pos="6516688" algn="l"/>
                <a:tab pos="6965950" algn="l"/>
                <a:tab pos="7415213" algn="l"/>
                <a:tab pos="7864475" algn="l"/>
                <a:tab pos="8313738" algn="l"/>
                <a:tab pos="8763000" algn="l"/>
                <a:tab pos="92122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70000"/>
              </a:lnSpc>
              <a:spcBef>
                <a:spcPts val="45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There are two major branches of information hiding, </a:t>
            </a:r>
            <a:r>
              <a:rPr lang="en-US" altLang="en-US" b="1">
                <a:solidFill>
                  <a:srgbClr val="404040"/>
                </a:solidFill>
                <a:latin typeface="Trebuchet MS" panose="020B0603020202020204" pitchFamily="34" charset="0"/>
              </a:rPr>
              <a:t>Steganography</a:t>
            </a: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 and </a:t>
            </a:r>
            <a:r>
              <a:rPr lang="en-US" altLang="en-US" b="1">
                <a:solidFill>
                  <a:srgbClr val="404040"/>
                </a:solidFill>
                <a:latin typeface="Trebuchet MS" panose="020B0603020202020204" pitchFamily="34" charset="0"/>
              </a:rPr>
              <a:t>Watermarking</a:t>
            </a: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lnSpc>
                <a:spcPct val="70000"/>
              </a:lnSpc>
              <a:spcBef>
                <a:spcPts val="4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2000" b="1">
                <a:solidFill>
                  <a:srgbClr val="404040"/>
                </a:solidFill>
                <a:latin typeface="Trebuchet MS" panose="020B0603020202020204" pitchFamily="34" charset="0"/>
              </a:rPr>
              <a:t>Watermarking: </a:t>
            </a:r>
          </a:p>
          <a:p>
            <a:pPr lvl="1">
              <a:lnSpc>
                <a:spcPct val="70000"/>
              </a:lnSpc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Communication in watermarking is the host signal, with the embedded data providing copyright protection.</a:t>
            </a:r>
          </a:p>
          <a:p>
            <a:pPr lvl="1">
              <a:lnSpc>
                <a:spcPct val="70000"/>
              </a:lnSpc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The existence of a watermark is often declared openly. </a:t>
            </a:r>
          </a:p>
          <a:p>
            <a:pPr lvl="1">
              <a:lnSpc>
                <a:spcPct val="70000"/>
              </a:lnSpc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Any attempt to remove or invalidate the embedded content renders the host useless.</a:t>
            </a:r>
          </a:p>
          <a:p>
            <a:pPr marL="547688" lvl="1">
              <a:lnSpc>
                <a:spcPct val="70000"/>
              </a:lnSpc>
              <a:spcBef>
                <a:spcPts val="45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2000" b="1">
                <a:solidFill>
                  <a:srgbClr val="404040"/>
                </a:solidFill>
                <a:latin typeface="Trebuchet MS" panose="020B0603020202020204" pitchFamily="34" charset="0"/>
              </a:rPr>
              <a:t>Cryptography:</a:t>
            </a:r>
          </a:p>
          <a:p>
            <a:pPr lvl="1">
              <a:lnSpc>
                <a:spcPct val="70000"/>
              </a:lnSpc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Doesn’t conceal the communication.</a:t>
            </a:r>
          </a:p>
          <a:p>
            <a:pPr lvl="1">
              <a:lnSpc>
                <a:spcPct val="70000"/>
              </a:lnSpc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Scrambles the data to prevent eavesdroppers understanding the content.</a:t>
            </a:r>
          </a:p>
          <a:p>
            <a:pPr lvl="1">
              <a:lnSpc>
                <a:spcPct val="70000"/>
              </a:lnSpc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Cryptography involves various methods and implementations. </a:t>
            </a:r>
          </a:p>
          <a:p>
            <a:pPr lvl="1">
              <a:lnSpc>
                <a:spcPct val="70000"/>
              </a:lnSpc>
              <a:spcBef>
                <a:spcPts val="4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>
                <a:solidFill>
                  <a:srgbClr val="404040"/>
                </a:solidFill>
                <a:latin typeface="Trebuchet MS" panose="020B0603020202020204" pitchFamily="34" charset="0"/>
              </a:rPr>
              <a:t>May be considered complementary and orthogonal (unrelated).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20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300"/>
              </a:spcAft>
              <a:buClrTx/>
              <a:buSzPct val="130000"/>
              <a:buFontTx/>
              <a:buNone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Once the presence of hidden information is revealed or even suspected, the purpose of steganography is defeated.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20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2000">
              <a:solidFill>
                <a:srgbClr val="40404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1000"/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1000" fill="hold"/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1000" fill="hold"/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1000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" dur="1000" fill="hold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" dur="1000" fill="hold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" dur="1000"/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" dur="1000" fill="hold"/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1000" fill="hold"/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" dur="1000"/>
                                        <p:tgtEl>
                                          <p:spTgt spid="73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73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73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1000"/>
                                        <p:tgtEl>
                                          <p:spTgt spid="737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5" dur="1000" fill="hold"/>
                                        <p:tgtEl>
                                          <p:spTgt spid="737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1000" fill="hold"/>
                                        <p:tgtEl>
                                          <p:spTgt spid="737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" dur="1000"/>
                                        <p:tgtEl>
                                          <p:spTgt spid="737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" dur="1000" fill="hold"/>
                                        <p:tgtEl>
                                          <p:spTgt spid="737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" dur="1000" fill="hold"/>
                                        <p:tgtEl>
                                          <p:spTgt spid="737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1000"/>
                                        <p:tgtEl>
                                          <p:spTgt spid="737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5" dur="1000" fill="hold"/>
                                        <p:tgtEl>
                                          <p:spTgt spid="737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1000" fill="hold"/>
                                        <p:tgtEl>
                                          <p:spTgt spid="737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" dur="1000"/>
                                        <p:tgtEl>
                                          <p:spTgt spid="737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0" dur="1000" fill="hold"/>
                                        <p:tgtEl>
                                          <p:spTgt spid="737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" dur="1000" fill="hold"/>
                                        <p:tgtEl>
                                          <p:spTgt spid="737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" dur="1000"/>
                                        <p:tgtEl>
                                          <p:spTgt spid="737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7" dur="1000" fill="hold"/>
                                        <p:tgtEl>
                                          <p:spTgt spid="737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1000" fill="hold"/>
                                        <p:tgtEl>
                                          <p:spTgt spid="737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3" name="Picture 1">
            <a:extLst>
              <a:ext uri="{FF2B5EF4-FFF2-40B4-BE49-F238E27FC236}">
                <a16:creationId xmlns:a16="http://schemas.microsoft.com/office/drawing/2014/main" id="{D756DCB9-8A29-4F92-A5C1-3D132B4C2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4754" name="Text Box 2">
            <a:extLst>
              <a:ext uri="{FF2B5EF4-FFF2-40B4-BE49-F238E27FC236}">
                <a16:creationId xmlns:a16="http://schemas.microsoft.com/office/drawing/2014/main" id="{25061DDE-499C-497A-8542-F917DC9E1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A cryptosystem is </a:t>
            </a:r>
            <a:r>
              <a:rPr lang="en-US" altLang="en-US" sz="2200" b="1" i="1">
                <a:solidFill>
                  <a:srgbClr val="404040"/>
                </a:solidFill>
                <a:latin typeface="Trebuchet MS" panose="020B0603020202020204" pitchFamily="34" charset="0"/>
              </a:rPr>
              <a:t>computationally secure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if the best algorithm for breaking it requires at least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operations, where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is some specified , very large number.</a:t>
            </a:r>
            <a:b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Problems…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A cryptosystem is </a:t>
            </a:r>
            <a:r>
              <a:rPr lang="en-US" altLang="en-US" sz="2200" b="1" i="1">
                <a:solidFill>
                  <a:srgbClr val="404040"/>
                </a:solidFill>
                <a:latin typeface="Trebuchet MS" panose="020B0603020202020204" pitchFamily="34" charset="0"/>
              </a:rPr>
              <a:t>unconditionally secure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if it cannot be broken with infinite computational resources.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7" name="Picture 1">
            <a:extLst>
              <a:ext uri="{FF2B5EF4-FFF2-40B4-BE49-F238E27FC236}">
                <a16:creationId xmlns:a16="http://schemas.microsoft.com/office/drawing/2014/main" id="{1F458E42-4350-4CF3-8E85-01D6F1963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5778" name="Text Box 2">
            <a:extLst>
              <a:ext uri="{FF2B5EF4-FFF2-40B4-BE49-F238E27FC236}">
                <a16:creationId xmlns:a16="http://schemas.microsoft.com/office/drawing/2014/main" id="{8BDAEFDA-8EAA-4543-B9D9-634D89E7D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None of the classical cryptosystems is even computationally secure.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However the Shift Cipher, the Substitution Cipher, and the Vig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è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nere Cipher are unconditionally secure if </a:t>
            </a:r>
            <a:r>
              <a:rPr lang="en-US" altLang="en-US" sz="2200" b="1" i="1">
                <a:solidFill>
                  <a:srgbClr val="404040"/>
                </a:solidFill>
                <a:latin typeface="Trebuchet MS" panose="020B0603020202020204" pitchFamily="34" charset="0"/>
              </a:rPr>
              <a:t>only one element of plaintext is encrypted with a given key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!</a:t>
            </a:r>
            <a:b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REALLY???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1" name="Picture 1">
            <a:extLst>
              <a:ext uri="{FF2B5EF4-FFF2-40B4-BE49-F238E27FC236}">
                <a16:creationId xmlns:a16="http://schemas.microsoft.com/office/drawing/2014/main" id="{A1E26435-1FAD-49DC-A7B8-A6B43B4F8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6802" name="Text Box 2">
            <a:extLst>
              <a:ext uri="{FF2B5EF4-FFF2-40B4-BE49-F238E27FC236}">
                <a16:creationId xmlns:a16="http://schemas.microsoft.com/office/drawing/2014/main" id="{6A3593D3-2F5F-4555-8E59-8DB3DA492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Claude Shannon “Communication Theory of Secrecy Systems”,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Bell Systems Technical Journal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, (1949) .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A cryptosystem has </a:t>
            </a:r>
            <a:r>
              <a:rPr lang="en-US" altLang="en-US" sz="2200" b="1" i="1">
                <a:solidFill>
                  <a:srgbClr val="404040"/>
                </a:solidFill>
                <a:latin typeface="Trebuchet MS" panose="020B0603020202020204" pitchFamily="34" charset="0"/>
              </a:rPr>
              <a:t>perfect secrecy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if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p</a:t>
            </a:r>
            <a:r>
              <a:rPr lang="en-US" altLang="en-US" sz="2200" baseline="-25000">
                <a:solidFill>
                  <a:srgbClr val="404040"/>
                </a:solidFill>
                <a:latin typeface="Brush Script MT" panose="03060802040406070304" pitchFamily="66" charset="0"/>
              </a:rPr>
              <a:t>P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(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x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|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y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) =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p</a:t>
            </a:r>
            <a:r>
              <a:rPr lang="en-US" altLang="en-US" sz="2200" baseline="-25000">
                <a:solidFill>
                  <a:srgbClr val="404040"/>
                </a:solidFill>
                <a:latin typeface="Brush Script MT" panose="03060802040406070304" pitchFamily="66" charset="0"/>
              </a:rPr>
              <a:t>P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(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x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) for any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x</a:t>
            </a:r>
            <a:r>
              <a:rPr lang="en-US" altLang="en-US" sz="2200">
                <a:solidFill>
                  <a:srgbClr val="404040"/>
                </a:solidFill>
                <a:latin typeface="Symbol" panose="05050102010706020507" pitchFamily="18" charset="2"/>
              </a:rPr>
              <a:t></a:t>
            </a:r>
            <a:r>
              <a:rPr lang="en-US" altLang="en-US" sz="2200">
                <a:solidFill>
                  <a:srgbClr val="404040"/>
                </a:solidFill>
                <a:latin typeface="Brush Script MT" panose="03060802040406070304" pitchFamily="66" charset="0"/>
              </a:rPr>
              <a:t>P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and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y</a:t>
            </a:r>
            <a:r>
              <a:rPr lang="en-US" altLang="en-US" sz="2200">
                <a:solidFill>
                  <a:srgbClr val="404040"/>
                </a:solidFill>
                <a:latin typeface="Symbol" panose="05050102010706020507" pitchFamily="18" charset="2"/>
              </a:rPr>
              <a:t></a:t>
            </a:r>
            <a:r>
              <a:rPr lang="en-US" altLang="en-US" sz="2200">
                <a:solidFill>
                  <a:srgbClr val="404040"/>
                </a:solidFill>
                <a:latin typeface="Brush Script MT" panose="03060802040406070304" pitchFamily="66" charset="0"/>
              </a:rPr>
              <a:t>C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. That is the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a posteriori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probability that the plaintext is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x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, given that the ciphertext is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y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, is identical to the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a priori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probability that the plaintext is </a:t>
            </a:r>
            <a:r>
              <a:rPr lang="en-US" altLang="en-US" sz="2200" i="1">
                <a:solidFill>
                  <a:srgbClr val="404040"/>
                </a:solidFill>
                <a:latin typeface="Trebuchet MS" panose="020B0603020202020204" pitchFamily="34" charset="0"/>
              </a:rPr>
              <a:t>x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5" name="Picture 1">
            <a:extLst>
              <a:ext uri="{FF2B5EF4-FFF2-40B4-BE49-F238E27FC236}">
                <a16:creationId xmlns:a16="http://schemas.microsoft.com/office/drawing/2014/main" id="{8E26377C-7A02-4BF2-987E-DCE43A763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7826" name="Text Box 2">
            <a:extLst>
              <a:ext uri="{FF2B5EF4-FFF2-40B4-BE49-F238E27FC236}">
                <a16:creationId xmlns:a16="http://schemas.microsoft.com/office/drawing/2014/main" id="{9C7A6882-6BAB-4887-8B61-62F0F888F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00200"/>
            <a:ext cx="77724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Theorem (Shannon). Suppose the 26 keys in the Shift Cipher are used with equal probability 1/26. Then for any plaintext probability distribution, the Shift Cipher has perfect secrecy.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Consequences: One-time Pad Cryptosystem (Gilbert Vernam, 1917). Key, plaintext, and ciphertext have the same length. </a:t>
            </a:r>
            <a:b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</a:b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Problems with keys: very long, distribution. Each key can be used only ONCE!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49" name="Picture 1">
            <a:extLst>
              <a:ext uri="{FF2B5EF4-FFF2-40B4-BE49-F238E27FC236}">
                <a16:creationId xmlns:a16="http://schemas.microsoft.com/office/drawing/2014/main" id="{7DD74C63-08F7-478D-8964-7BAEACF3F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3" name="Picture 1">
            <a:extLst>
              <a:ext uri="{FF2B5EF4-FFF2-40B4-BE49-F238E27FC236}">
                <a16:creationId xmlns:a16="http://schemas.microsoft.com/office/drawing/2014/main" id="{24BFE40F-F9AE-49FD-9BCD-B91CE8852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9874" name="Text Box 2">
            <a:extLst>
              <a:ext uri="{FF2B5EF4-FFF2-40B4-BE49-F238E27FC236}">
                <a16:creationId xmlns:a16="http://schemas.microsoft.com/office/drawing/2014/main" id="{92E487DE-F2D6-4080-937E-79F16796A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if a truly random key as long as the message is used, the cipher will be secure 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AU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called a One-Time Pad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is unbreakable since ciphertext bears no statistical relationship to the plaintext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since for </a:t>
            </a:r>
            <a:r>
              <a:rPr lang="en-US" altLang="en-US" sz="2200" b="1">
                <a:solidFill>
                  <a:srgbClr val="404040"/>
                </a:solidFill>
                <a:latin typeface="Trebuchet MS" panose="020B0603020202020204" pitchFamily="34" charset="0"/>
              </a:rPr>
              <a:t>any plaintext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&amp; </a:t>
            </a:r>
            <a:r>
              <a:rPr lang="en-US" altLang="en-US" sz="2200" b="1">
                <a:solidFill>
                  <a:srgbClr val="404040"/>
                </a:solidFill>
                <a:latin typeface="Trebuchet MS" panose="020B0603020202020204" pitchFamily="34" charset="0"/>
              </a:rPr>
              <a:t>any ciphertext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there exists a key mapping one to other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can only use the key </a:t>
            </a:r>
            <a:r>
              <a:rPr lang="en-US" altLang="en-US" sz="2200" b="1">
                <a:solidFill>
                  <a:srgbClr val="404040"/>
                </a:solidFill>
                <a:latin typeface="Trebuchet MS" panose="020B0603020202020204" pitchFamily="34" charset="0"/>
              </a:rPr>
              <a:t>once</a:t>
            </a: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 though</a:t>
            </a:r>
          </a:p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have problem of safe distribution of key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7" name="Picture 1">
            <a:extLst>
              <a:ext uri="{FF2B5EF4-FFF2-40B4-BE49-F238E27FC236}">
                <a16:creationId xmlns:a16="http://schemas.microsoft.com/office/drawing/2014/main" id="{4550A973-9549-485B-B106-3C8C3D740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1" name="Picture 1">
            <a:extLst>
              <a:ext uri="{FF2B5EF4-FFF2-40B4-BE49-F238E27FC236}">
                <a16:creationId xmlns:a16="http://schemas.microsoft.com/office/drawing/2014/main" id="{FD74C841-C97A-495D-9E15-EB5623CA5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5" name="Picture 1">
            <a:extLst>
              <a:ext uri="{FF2B5EF4-FFF2-40B4-BE49-F238E27FC236}">
                <a16:creationId xmlns:a16="http://schemas.microsoft.com/office/drawing/2014/main" id="{9A0FEF6D-98CA-4A05-9038-627B9DF46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2946" name="Text Box 2">
            <a:extLst>
              <a:ext uri="{FF2B5EF4-FFF2-40B4-BE49-F238E27FC236}">
                <a16:creationId xmlns:a16="http://schemas.microsoft.com/office/drawing/2014/main" id="{4AB0DB0E-B2EA-44C3-9BB0-7135E17BF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OTP takes a string of random numbers as long as the message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Combines the random numbers with the message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XOR, modular or rotational arithmetic good ways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This produces cyphertext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Because all random strings are equally likely, cryptanalysis is impossible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69" name="Picture 1">
            <a:extLst>
              <a:ext uri="{FF2B5EF4-FFF2-40B4-BE49-F238E27FC236}">
                <a16:creationId xmlns:a16="http://schemas.microsoft.com/office/drawing/2014/main" id="{D347AEAE-3427-4985-AB08-B4F874D6A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3970" name="Text Box 2">
            <a:extLst>
              <a:ext uri="{FF2B5EF4-FFF2-40B4-BE49-F238E27FC236}">
                <a16:creationId xmlns:a16="http://schemas.microsoft.com/office/drawing/2014/main" id="{3664FCC3-703C-4205-9366-2DAF13612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Message: ATTACK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Pad (key): 4 8 20 10 16 1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Cyphertext: EAMKSL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But what if the pad was 25 15 11 10 16 1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Message is FLBACK</a:t>
            </a:r>
          </a:p>
          <a:p>
            <a:pPr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This is why it’s unbreakable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3" name="Picture 1">
            <a:extLst>
              <a:ext uri="{FF2B5EF4-FFF2-40B4-BE49-F238E27FC236}">
                <a16:creationId xmlns:a16="http://schemas.microsoft.com/office/drawing/2014/main" id="{A5054F3C-C41C-4DAF-A9AF-A03115E4A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4078288"/>
            <a:ext cx="677862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4994" name="Text Box 2">
            <a:extLst>
              <a:ext uri="{FF2B5EF4-FFF2-40B4-BE49-F238E27FC236}">
                <a16:creationId xmlns:a16="http://schemas.microsoft.com/office/drawing/2014/main" id="{67B1115D-E5C2-442D-A07D-B72068C08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3838" indent="-180975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 marL="542925" indent="-177800"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23838" algn="l"/>
                <a:tab pos="671513" algn="l"/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90000"/>
              </a:lnSpc>
              <a:spcBef>
                <a:spcPts val="55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200">
                <a:solidFill>
                  <a:srgbClr val="404040"/>
                </a:solidFill>
                <a:latin typeface="Trebuchet MS" panose="020B0603020202020204" pitchFamily="34" charset="0"/>
              </a:rPr>
              <a:t>But what longer messages?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You need a longer pad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You need a lot of pad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You need a pad for every person you want to talk to.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You must never lose a pad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This takes work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</a:pPr>
            <a:r>
              <a:rPr lang="en-US" altLang="en-US" sz="2000">
                <a:solidFill>
                  <a:srgbClr val="404040"/>
                </a:solidFill>
                <a:latin typeface="Trebuchet MS" panose="020B0603020202020204" pitchFamily="34" charset="0"/>
              </a:rPr>
              <a:t>Cryptographic random numbers are not like other random numbers</a:t>
            </a:r>
          </a:p>
          <a:p>
            <a:pPr marL="546100"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200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marL="546100" lvl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Tx/>
              <a:buSzPct val="130000"/>
              <a:buFontTx/>
              <a:buNone/>
            </a:pPr>
            <a:endParaRPr lang="en-US" altLang="en-US" sz="2000">
              <a:solidFill>
                <a:srgbClr val="40404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7" name="Picture 1">
            <a:extLst>
              <a:ext uri="{FF2B5EF4-FFF2-40B4-BE49-F238E27FC236}">
                <a16:creationId xmlns:a16="http://schemas.microsoft.com/office/drawing/2014/main" id="{3506CEDC-C27D-40EA-8144-5972FD579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4787900" cy="684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6018" name="Picture 2">
            <a:extLst>
              <a:ext uri="{FF2B5EF4-FFF2-40B4-BE49-F238E27FC236}">
                <a16:creationId xmlns:a16="http://schemas.microsoft.com/office/drawing/2014/main" id="{D8689367-F5EF-4A12-A465-F3E501856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2700"/>
            <a:ext cx="4356100" cy="684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rebuchet MS"/>
        <a:ea typeface=""/>
        <a:cs typeface="Noto Sans CJK SC Regular"/>
      </a:majorFont>
      <a:minorFont>
        <a:latin typeface="Trebuchet MS"/>
        <a:ea typeface="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Noto Sans CJK SC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Noto Sans CJK SC Regular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rebuchet MS"/>
        <a:ea typeface=""/>
        <a:cs typeface="Noto Sans CJK SC Regular"/>
      </a:majorFont>
      <a:minorFont>
        <a:latin typeface="Trebuchet MS"/>
        <a:ea typeface="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Noto Sans CJK SC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Noto Sans CJK SC Regular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rebuchet MS"/>
        <a:ea typeface=""/>
        <a:cs typeface="Noto Sans CJK SC Regular"/>
      </a:majorFont>
      <a:minorFont>
        <a:latin typeface="Trebuchet MS"/>
        <a:ea typeface="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Noto Sans CJK SC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Noto Sans CJK SC Regular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rebuchet MS"/>
        <a:ea typeface=""/>
        <a:cs typeface="Noto Sans CJK SC Regular"/>
      </a:majorFont>
      <a:minorFont>
        <a:latin typeface="Trebuchet MS"/>
        <a:ea typeface="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Noto Sans CJK SC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Noto Sans CJK SC Regular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</TotalTime>
  <Application>Microsoft Office PowerPoint</Application>
  <PresentationFormat>On-screen Show (4:3)</PresentationFormat>
  <Slides>79</Slides>
  <Notes>79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79</vt:i4>
      </vt:variant>
    </vt:vector>
  </HeadingPairs>
  <TitlesOfParts>
    <vt:vector size="83" baseType="lpstr"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 and Network Security 4/e</dc:title>
  <dc:subject>Lecture Overheads</dc:subject>
  <dc:creator>Dr Lawrie Brown</dc:creator>
  <cp:keywords/>
  <dc:description/>
  <cp:lastModifiedBy/>
  <cp:revision>91</cp:revision>
  <cp:lastPrinted>2005-09-02T04:15:44Z</cp:lastPrinted>
  <dcterms:created xsi:type="dcterms:W3CDTF">2002-03-28T02:06:54Z</dcterms:created>
  <dcterms:modified xsi:type="dcterms:W3CDTF">2024-04-23T01:34:52Z</dcterms:modified>
</cp:coreProperties>
</file>